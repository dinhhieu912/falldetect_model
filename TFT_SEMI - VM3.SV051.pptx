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embeddedFontLst>
    <p:embeddedFont>
      <p:font typeface="Play"/>
      <p:regular r:id="rId17"/>
      <p:bold r:id="rId18"/>
    </p:embeddedFont>
    <p:embeddedFont>
      <p:font typeface="Open Sans ExtraBold"/>
      <p:bold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OpenSansExtraBold-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lay-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OpenSansExtraBold-bold.fntdata"/><Relationship Id="rId6" Type="http://schemas.openxmlformats.org/officeDocument/2006/relationships/slide" Target="slides/slide2.xml"/><Relationship Id="rId18" Type="http://schemas.openxmlformats.org/officeDocument/2006/relationships/font" Target="fonts/Play-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f629d0bab0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g3f629d0bab0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f629d0bab0_0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g3f629d0bab0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f629d0bab0_0_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g3f629d0bab0_0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f629d0bab0_0_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g3f629d0bab0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757575"/>
                </a:solidFill>
              </a:defRPr>
            </a:lvl1pPr>
            <a:lvl2pPr indent="0" lvl="1" marL="0" algn="r">
              <a:spcBef>
                <a:spcPts val="0"/>
              </a:spcBef>
              <a:buNone/>
              <a:defRPr sz="1200">
                <a:solidFill>
                  <a:srgbClr val="757575"/>
                </a:solidFill>
              </a:defRPr>
            </a:lvl2pPr>
            <a:lvl3pPr indent="0" lvl="2" marL="0" algn="r">
              <a:spcBef>
                <a:spcPts val="0"/>
              </a:spcBef>
              <a:buNone/>
              <a:defRPr sz="1200">
                <a:solidFill>
                  <a:srgbClr val="757575"/>
                </a:solidFill>
              </a:defRPr>
            </a:lvl3pPr>
            <a:lvl4pPr indent="0" lvl="3" marL="0" algn="r">
              <a:spcBef>
                <a:spcPts val="0"/>
              </a:spcBef>
              <a:buNone/>
              <a:defRPr sz="1200">
                <a:solidFill>
                  <a:srgbClr val="757575"/>
                </a:solidFill>
              </a:defRPr>
            </a:lvl4pPr>
            <a:lvl5pPr indent="0" lvl="4" marL="0" algn="r">
              <a:spcBef>
                <a:spcPts val="0"/>
              </a:spcBef>
              <a:buNone/>
              <a:defRPr sz="1200">
                <a:solidFill>
                  <a:srgbClr val="757575"/>
                </a:solidFill>
              </a:defRPr>
            </a:lvl5pPr>
            <a:lvl6pPr indent="0" lvl="5" marL="0" algn="r">
              <a:spcBef>
                <a:spcPts val="0"/>
              </a:spcBef>
              <a:buNone/>
              <a:defRPr sz="1200">
                <a:solidFill>
                  <a:srgbClr val="757575"/>
                </a:solidFill>
              </a:defRPr>
            </a:lvl6pPr>
            <a:lvl7pPr indent="0" lvl="6" marL="0" algn="r">
              <a:spcBef>
                <a:spcPts val="0"/>
              </a:spcBef>
              <a:buNone/>
              <a:defRPr sz="1200">
                <a:solidFill>
                  <a:srgbClr val="757575"/>
                </a:solidFill>
              </a:defRPr>
            </a:lvl7pPr>
            <a:lvl8pPr indent="0" lvl="7" marL="0" algn="r">
              <a:spcBef>
                <a:spcPts val="0"/>
              </a:spcBef>
              <a:buNone/>
              <a:defRPr sz="1200">
                <a:solidFill>
                  <a:srgbClr val="757575"/>
                </a:solidFill>
              </a:defRPr>
            </a:lvl8pPr>
            <a:lvl9pPr indent="0" lvl="8" marL="0" algn="r">
              <a:spcBef>
                <a:spcPts val="0"/>
              </a:spcBef>
              <a:buNone/>
              <a:defRPr sz="1200">
                <a:solidFill>
                  <a:srgbClr val="757575"/>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757575"/>
                </a:solidFill>
              </a:defRPr>
            </a:lvl1pPr>
            <a:lvl2pPr indent="0" lvl="1" marL="0" algn="r">
              <a:spcBef>
                <a:spcPts val="0"/>
              </a:spcBef>
              <a:buNone/>
              <a:defRPr sz="1200">
                <a:solidFill>
                  <a:srgbClr val="757575"/>
                </a:solidFill>
              </a:defRPr>
            </a:lvl2pPr>
            <a:lvl3pPr indent="0" lvl="2" marL="0" algn="r">
              <a:spcBef>
                <a:spcPts val="0"/>
              </a:spcBef>
              <a:buNone/>
              <a:defRPr sz="1200">
                <a:solidFill>
                  <a:srgbClr val="757575"/>
                </a:solidFill>
              </a:defRPr>
            </a:lvl3pPr>
            <a:lvl4pPr indent="0" lvl="3" marL="0" algn="r">
              <a:spcBef>
                <a:spcPts val="0"/>
              </a:spcBef>
              <a:buNone/>
              <a:defRPr sz="1200">
                <a:solidFill>
                  <a:srgbClr val="757575"/>
                </a:solidFill>
              </a:defRPr>
            </a:lvl4pPr>
            <a:lvl5pPr indent="0" lvl="4" marL="0" algn="r">
              <a:spcBef>
                <a:spcPts val="0"/>
              </a:spcBef>
              <a:buNone/>
              <a:defRPr sz="1200">
                <a:solidFill>
                  <a:srgbClr val="757575"/>
                </a:solidFill>
              </a:defRPr>
            </a:lvl5pPr>
            <a:lvl6pPr indent="0" lvl="5" marL="0" algn="r">
              <a:spcBef>
                <a:spcPts val="0"/>
              </a:spcBef>
              <a:buNone/>
              <a:defRPr sz="1200">
                <a:solidFill>
                  <a:srgbClr val="757575"/>
                </a:solidFill>
              </a:defRPr>
            </a:lvl6pPr>
            <a:lvl7pPr indent="0" lvl="6" marL="0" algn="r">
              <a:spcBef>
                <a:spcPts val="0"/>
              </a:spcBef>
              <a:buNone/>
              <a:defRPr sz="1200">
                <a:solidFill>
                  <a:srgbClr val="757575"/>
                </a:solidFill>
              </a:defRPr>
            </a:lvl7pPr>
            <a:lvl8pPr indent="0" lvl="7" marL="0" algn="r">
              <a:spcBef>
                <a:spcPts val="0"/>
              </a:spcBef>
              <a:buNone/>
              <a:defRPr sz="1200">
                <a:solidFill>
                  <a:srgbClr val="757575"/>
                </a:solidFill>
              </a:defRPr>
            </a:lvl8pPr>
            <a:lvl9pPr indent="0" lvl="8" marL="0" algn="r">
              <a:spcBef>
                <a:spcPts val="0"/>
              </a:spcBef>
              <a:buNone/>
              <a:defRPr sz="1200">
                <a:solidFill>
                  <a:srgbClr val="757575"/>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 name="Google Shape;28;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757575"/>
                </a:solidFill>
              </a:defRPr>
            </a:lvl1pPr>
            <a:lvl2pPr indent="0" lvl="1" marL="0" algn="r">
              <a:spcBef>
                <a:spcPts val="0"/>
              </a:spcBef>
              <a:buNone/>
              <a:defRPr sz="1200">
                <a:solidFill>
                  <a:srgbClr val="757575"/>
                </a:solidFill>
              </a:defRPr>
            </a:lvl2pPr>
            <a:lvl3pPr indent="0" lvl="2" marL="0" algn="r">
              <a:spcBef>
                <a:spcPts val="0"/>
              </a:spcBef>
              <a:buNone/>
              <a:defRPr sz="1200">
                <a:solidFill>
                  <a:srgbClr val="757575"/>
                </a:solidFill>
              </a:defRPr>
            </a:lvl3pPr>
            <a:lvl4pPr indent="0" lvl="3" marL="0" algn="r">
              <a:spcBef>
                <a:spcPts val="0"/>
              </a:spcBef>
              <a:buNone/>
              <a:defRPr sz="1200">
                <a:solidFill>
                  <a:srgbClr val="757575"/>
                </a:solidFill>
              </a:defRPr>
            </a:lvl4pPr>
            <a:lvl5pPr indent="0" lvl="4" marL="0" algn="r">
              <a:spcBef>
                <a:spcPts val="0"/>
              </a:spcBef>
              <a:buNone/>
              <a:defRPr sz="1200">
                <a:solidFill>
                  <a:srgbClr val="757575"/>
                </a:solidFill>
              </a:defRPr>
            </a:lvl5pPr>
            <a:lvl6pPr indent="0" lvl="5" marL="0" algn="r">
              <a:spcBef>
                <a:spcPts val="0"/>
              </a:spcBef>
              <a:buNone/>
              <a:defRPr sz="1200">
                <a:solidFill>
                  <a:srgbClr val="757575"/>
                </a:solidFill>
              </a:defRPr>
            </a:lvl6pPr>
            <a:lvl7pPr indent="0" lvl="6" marL="0" algn="r">
              <a:spcBef>
                <a:spcPts val="0"/>
              </a:spcBef>
              <a:buNone/>
              <a:defRPr sz="1200">
                <a:solidFill>
                  <a:srgbClr val="757575"/>
                </a:solidFill>
              </a:defRPr>
            </a:lvl7pPr>
            <a:lvl8pPr indent="0" lvl="7" marL="0" algn="r">
              <a:spcBef>
                <a:spcPts val="0"/>
              </a:spcBef>
              <a:buNone/>
              <a:defRPr sz="1200">
                <a:solidFill>
                  <a:srgbClr val="757575"/>
                </a:solidFill>
              </a:defRPr>
            </a:lvl8pPr>
            <a:lvl9pPr indent="0" lvl="8" marL="0" algn="r">
              <a:spcBef>
                <a:spcPts val="0"/>
              </a:spcBef>
              <a:buNone/>
              <a:defRPr sz="1200">
                <a:solidFill>
                  <a:srgbClr val="757575"/>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4" name="Google Shape;34;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757575"/>
                </a:solidFill>
              </a:defRPr>
            </a:lvl1pPr>
            <a:lvl2pPr indent="0" lvl="1" marL="0" algn="r">
              <a:spcBef>
                <a:spcPts val="0"/>
              </a:spcBef>
              <a:buNone/>
              <a:defRPr sz="1200">
                <a:solidFill>
                  <a:srgbClr val="757575"/>
                </a:solidFill>
              </a:defRPr>
            </a:lvl2pPr>
            <a:lvl3pPr indent="0" lvl="2" marL="0" algn="r">
              <a:spcBef>
                <a:spcPts val="0"/>
              </a:spcBef>
              <a:buNone/>
              <a:defRPr sz="1200">
                <a:solidFill>
                  <a:srgbClr val="757575"/>
                </a:solidFill>
              </a:defRPr>
            </a:lvl3pPr>
            <a:lvl4pPr indent="0" lvl="3" marL="0" algn="r">
              <a:spcBef>
                <a:spcPts val="0"/>
              </a:spcBef>
              <a:buNone/>
              <a:defRPr sz="1200">
                <a:solidFill>
                  <a:srgbClr val="757575"/>
                </a:solidFill>
              </a:defRPr>
            </a:lvl4pPr>
            <a:lvl5pPr indent="0" lvl="4" marL="0" algn="r">
              <a:spcBef>
                <a:spcPts val="0"/>
              </a:spcBef>
              <a:buNone/>
              <a:defRPr sz="1200">
                <a:solidFill>
                  <a:srgbClr val="757575"/>
                </a:solidFill>
              </a:defRPr>
            </a:lvl5pPr>
            <a:lvl6pPr indent="0" lvl="5" marL="0" algn="r">
              <a:spcBef>
                <a:spcPts val="0"/>
              </a:spcBef>
              <a:buNone/>
              <a:defRPr sz="1200">
                <a:solidFill>
                  <a:srgbClr val="757575"/>
                </a:solidFill>
              </a:defRPr>
            </a:lvl6pPr>
            <a:lvl7pPr indent="0" lvl="6" marL="0" algn="r">
              <a:spcBef>
                <a:spcPts val="0"/>
              </a:spcBef>
              <a:buNone/>
              <a:defRPr sz="1200">
                <a:solidFill>
                  <a:srgbClr val="757575"/>
                </a:solidFill>
              </a:defRPr>
            </a:lvl7pPr>
            <a:lvl8pPr indent="0" lvl="7" marL="0" algn="r">
              <a:spcBef>
                <a:spcPts val="0"/>
              </a:spcBef>
              <a:buNone/>
              <a:defRPr sz="1200">
                <a:solidFill>
                  <a:srgbClr val="757575"/>
                </a:solidFill>
              </a:defRPr>
            </a:lvl8pPr>
            <a:lvl9pPr indent="0" lvl="8" marL="0" algn="r">
              <a:spcBef>
                <a:spcPts val="0"/>
              </a:spcBef>
              <a:buNone/>
              <a:defRPr sz="1200">
                <a:solidFill>
                  <a:srgbClr val="757575"/>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757575"/>
                </a:solidFill>
              </a:defRPr>
            </a:lvl1pPr>
            <a:lvl2pPr indent="0" lvl="1" marL="0" algn="r">
              <a:spcBef>
                <a:spcPts val="0"/>
              </a:spcBef>
              <a:buNone/>
              <a:defRPr sz="1200">
                <a:solidFill>
                  <a:srgbClr val="757575"/>
                </a:solidFill>
              </a:defRPr>
            </a:lvl2pPr>
            <a:lvl3pPr indent="0" lvl="2" marL="0" algn="r">
              <a:spcBef>
                <a:spcPts val="0"/>
              </a:spcBef>
              <a:buNone/>
              <a:defRPr sz="1200">
                <a:solidFill>
                  <a:srgbClr val="757575"/>
                </a:solidFill>
              </a:defRPr>
            </a:lvl3pPr>
            <a:lvl4pPr indent="0" lvl="3" marL="0" algn="r">
              <a:spcBef>
                <a:spcPts val="0"/>
              </a:spcBef>
              <a:buNone/>
              <a:defRPr sz="1200">
                <a:solidFill>
                  <a:srgbClr val="757575"/>
                </a:solidFill>
              </a:defRPr>
            </a:lvl4pPr>
            <a:lvl5pPr indent="0" lvl="4" marL="0" algn="r">
              <a:spcBef>
                <a:spcPts val="0"/>
              </a:spcBef>
              <a:buNone/>
              <a:defRPr sz="1200">
                <a:solidFill>
                  <a:srgbClr val="757575"/>
                </a:solidFill>
              </a:defRPr>
            </a:lvl5pPr>
            <a:lvl6pPr indent="0" lvl="5" marL="0" algn="r">
              <a:spcBef>
                <a:spcPts val="0"/>
              </a:spcBef>
              <a:buNone/>
              <a:defRPr sz="1200">
                <a:solidFill>
                  <a:srgbClr val="757575"/>
                </a:solidFill>
              </a:defRPr>
            </a:lvl6pPr>
            <a:lvl7pPr indent="0" lvl="6" marL="0" algn="r">
              <a:spcBef>
                <a:spcPts val="0"/>
              </a:spcBef>
              <a:buNone/>
              <a:defRPr sz="1200">
                <a:solidFill>
                  <a:srgbClr val="757575"/>
                </a:solidFill>
              </a:defRPr>
            </a:lvl7pPr>
            <a:lvl8pPr indent="0" lvl="7" marL="0" algn="r">
              <a:spcBef>
                <a:spcPts val="0"/>
              </a:spcBef>
              <a:buNone/>
              <a:defRPr sz="1200">
                <a:solidFill>
                  <a:srgbClr val="757575"/>
                </a:solidFill>
              </a:defRPr>
            </a:lvl8pPr>
            <a:lvl9pPr indent="0" lvl="8" marL="0" algn="r">
              <a:spcBef>
                <a:spcPts val="0"/>
              </a:spcBef>
              <a:buNone/>
              <a:defRPr sz="1200">
                <a:solidFill>
                  <a:srgbClr val="757575"/>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757575"/>
                </a:solidFill>
              </a:defRPr>
            </a:lvl1pPr>
            <a:lvl2pPr indent="0" lvl="1" marL="0" algn="r">
              <a:spcBef>
                <a:spcPts val="0"/>
              </a:spcBef>
              <a:buNone/>
              <a:defRPr sz="1200">
                <a:solidFill>
                  <a:srgbClr val="757575"/>
                </a:solidFill>
              </a:defRPr>
            </a:lvl2pPr>
            <a:lvl3pPr indent="0" lvl="2" marL="0" algn="r">
              <a:spcBef>
                <a:spcPts val="0"/>
              </a:spcBef>
              <a:buNone/>
              <a:defRPr sz="1200">
                <a:solidFill>
                  <a:srgbClr val="757575"/>
                </a:solidFill>
              </a:defRPr>
            </a:lvl3pPr>
            <a:lvl4pPr indent="0" lvl="3" marL="0" algn="r">
              <a:spcBef>
                <a:spcPts val="0"/>
              </a:spcBef>
              <a:buNone/>
              <a:defRPr sz="1200">
                <a:solidFill>
                  <a:srgbClr val="757575"/>
                </a:solidFill>
              </a:defRPr>
            </a:lvl4pPr>
            <a:lvl5pPr indent="0" lvl="4" marL="0" algn="r">
              <a:spcBef>
                <a:spcPts val="0"/>
              </a:spcBef>
              <a:buNone/>
              <a:defRPr sz="1200">
                <a:solidFill>
                  <a:srgbClr val="757575"/>
                </a:solidFill>
              </a:defRPr>
            </a:lvl5pPr>
            <a:lvl6pPr indent="0" lvl="5" marL="0" algn="r">
              <a:spcBef>
                <a:spcPts val="0"/>
              </a:spcBef>
              <a:buNone/>
              <a:defRPr sz="1200">
                <a:solidFill>
                  <a:srgbClr val="757575"/>
                </a:solidFill>
              </a:defRPr>
            </a:lvl6pPr>
            <a:lvl7pPr indent="0" lvl="6" marL="0" algn="r">
              <a:spcBef>
                <a:spcPts val="0"/>
              </a:spcBef>
              <a:buNone/>
              <a:defRPr sz="1200">
                <a:solidFill>
                  <a:srgbClr val="757575"/>
                </a:solidFill>
              </a:defRPr>
            </a:lvl7pPr>
            <a:lvl8pPr indent="0" lvl="7" marL="0" algn="r">
              <a:spcBef>
                <a:spcPts val="0"/>
              </a:spcBef>
              <a:buNone/>
              <a:defRPr sz="1200">
                <a:solidFill>
                  <a:srgbClr val="757575"/>
                </a:solidFill>
              </a:defRPr>
            </a:lvl8pPr>
            <a:lvl9pPr indent="0" lvl="8" marL="0" algn="r">
              <a:spcBef>
                <a:spcPts val="0"/>
              </a:spcBef>
              <a:buNone/>
              <a:defRPr sz="1200">
                <a:solidFill>
                  <a:srgbClr val="757575"/>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757575"/>
                </a:solidFill>
              </a:defRPr>
            </a:lvl1pPr>
            <a:lvl2pPr indent="0" lvl="1" marL="0" algn="r">
              <a:spcBef>
                <a:spcPts val="0"/>
              </a:spcBef>
              <a:buNone/>
              <a:defRPr sz="1200">
                <a:solidFill>
                  <a:srgbClr val="757575"/>
                </a:solidFill>
              </a:defRPr>
            </a:lvl2pPr>
            <a:lvl3pPr indent="0" lvl="2" marL="0" algn="r">
              <a:spcBef>
                <a:spcPts val="0"/>
              </a:spcBef>
              <a:buNone/>
              <a:defRPr sz="1200">
                <a:solidFill>
                  <a:srgbClr val="757575"/>
                </a:solidFill>
              </a:defRPr>
            </a:lvl3pPr>
            <a:lvl4pPr indent="0" lvl="3" marL="0" algn="r">
              <a:spcBef>
                <a:spcPts val="0"/>
              </a:spcBef>
              <a:buNone/>
              <a:defRPr sz="1200">
                <a:solidFill>
                  <a:srgbClr val="757575"/>
                </a:solidFill>
              </a:defRPr>
            </a:lvl4pPr>
            <a:lvl5pPr indent="0" lvl="4" marL="0" algn="r">
              <a:spcBef>
                <a:spcPts val="0"/>
              </a:spcBef>
              <a:buNone/>
              <a:defRPr sz="1200">
                <a:solidFill>
                  <a:srgbClr val="757575"/>
                </a:solidFill>
              </a:defRPr>
            </a:lvl5pPr>
            <a:lvl6pPr indent="0" lvl="5" marL="0" algn="r">
              <a:spcBef>
                <a:spcPts val="0"/>
              </a:spcBef>
              <a:buNone/>
              <a:defRPr sz="1200">
                <a:solidFill>
                  <a:srgbClr val="757575"/>
                </a:solidFill>
              </a:defRPr>
            </a:lvl6pPr>
            <a:lvl7pPr indent="0" lvl="6" marL="0" algn="r">
              <a:spcBef>
                <a:spcPts val="0"/>
              </a:spcBef>
              <a:buNone/>
              <a:defRPr sz="1200">
                <a:solidFill>
                  <a:srgbClr val="757575"/>
                </a:solidFill>
              </a:defRPr>
            </a:lvl7pPr>
            <a:lvl8pPr indent="0" lvl="7" marL="0" algn="r">
              <a:spcBef>
                <a:spcPts val="0"/>
              </a:spcBef>
              <a:buNone/>
              <a:defRPr sz="1200">
                <a:solidFill>
                  <a:srgbClr val="757575"/>
                </a:solidFill>
              </a:defRPr>
            </a:lvl8pPr>
            <a:lvl9pPr indent="0" lvl="8" marL="0" algn="r">
              <a:spcBef>
                <a:spcPts val="0"/>
              </a:spcBef>
              <a:buNone/>
              <a:defRPr sz="1200">
                <a:solidFill>
                  <a:srgbClr val="757575"/>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757575"/>
                </a:solidFill>
              </a:defRPr>
            </a:lvl1pPr>
            <a:lvl2pPr indent="0" lvl="1" marL="0" algn="r">
              <a:spcBef>
                <a:spcPts val="0"/>
              </a:spcBef>
              <a:buNone/>
              <a:defRPr sz="1200">
                <a:solidFill>
                  <a:srgbClr val="757575"/>
                </a:solidFill>
              </a:defRPr>
            </a:lvl2pPr>
            <a:lvl3pPr indent="0" lvl="2" marL="0" algn="r">
              <a:spcBef>
                <a:spcPts val="0"/>
              </a:spcBef>
              <a:buNone/>
              <a:defRPr sz="1200">
                <a:solidFill>
                  <a:srgbClr val="757575"/>
                </a:solidFill>
              </a:defRPr>
            </a:lvl3pPr>
            <a:lvl4pPr indent="0" lvl="3" marL="0" algn="r">
              <a:spcBef>
                <a:spcPts val="0"/>
              </a:spcBef>
              <a:buNone/>
              <a:defRPr sz="1200">
                <a:solidFill>
                  <a:srgbClr val="757575"/>
                </a:solidFill>
              </a:defRPr>
            </a:lvl4pPr>
            <a:lvl5pPr indent="0" lvl="4" marL="0" algn="r">
              <a:spcBef>
                <a:spcPts val="0"/>
              </a:spcBef>
              <a:buNone/>
              <a:defRPr sz="1200">
                <a:solidFill>
                  <a:srgbClr val="757575"/>
                </a:solidFill>
              </a:defRPr>
            </a:lvl5pPr>
            <a:lvl6pPr indent="0" lvl="5" marL="0" algn="r">
              <a:spcBef>
                <a:spcPts val="0"/>
              </a:spcBef>
              <a:buNone/>
              <a:defRPr sz="1200">
                <a:solidFill>
                  <a:srgbClr val="757575"/>
                </a:solidFill>
              </a:defRPr>
            </a:lvl6pPr>
            <a:lvl7pPr indent="0" lvl="6" marL="0" algn="r">
              <a:spcBef>
                <a:spcPts val="0"/>
              </a:spcBef>
              <a:buNone/>
              <a:defRPr sz="1200">
                <a:solidFill>
                  <a:srgbClr val="757575"/>
                </a:solidFill>
              </a:defRPr>
            </a:lvl7pPr>
            <a:lvl8pPr indent="0" lvl="7" marL="0" algn="r">
              <a:spcBef>
                <a:spcPts val="0"/>
              </a:spcBef>
              <a:buNone/>
              <a:defRPr sz="1200">
                <a:solidFill>
                  <a:srgbClr val="757575"/>
                </a:solidFill>
              </a:defRPr>
            </a:lvl8pPr>
            <a:lvl9pPr indent="0" lvl="8" marL="0" algn="r">
              <a:spcBef>
                <a:spcPts val="0"/>
              </a:spcBef>
              <a:buNone/>
              <a:defRPr sz="1200">
                <a:solidFill>
                  <a:srgbClr val="757575"/>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757575"/>
                </a:solidFill>
              </a:defRPr>
            </a:lvl1pPr>
            <a:lvl2pPr indent="0" lvl="1" marL="0" algn="r">
              <a:spcBef>
                <a:spcPts val="0"/>
              </a:spcBef>
              <a:buNone/>
              <a:defRPr sz="1200">
                <a:solidFill>
                  <a:srgbClr val="757575"/>
                </a:solidFill>
              </a:defRPr>
            </a:lvl2pPr>
            <a:lvl3pPr indent="0" lvl="2" marL="0" algn="r">
              <a:spcBef>
                <a:spcPts val="0"/>
              </a:spcBef>
              <a:buNone/>
              <a:defRPr sz="1200">
                <a:solidFill>
                  <a:srgbClr val="757575"/>
                </a:solidFill>
              </a:defRPr>
            </a:lvl3pPr>
            <a:lvl4pPr indent="0" lvl="3" marL="0" algn="r">
              <a:spcBef>
                <a:spcPts val="0"/>
              </a:spcBef>
              <a:buNone/>
              <a:defRPr sz="1200">
                <a:solidFill>
                  <a:srgbClr val="757575"/>
                </a:solidFill>
              </a:defRPr>
            </a:lvl4pPr>
            <a:lvl5pPr indent="0" lvl="4" marL="0" algn="r">
              <a:spcBef>
                <a:spcPts val="0"/>
              </a:spcBef>
              <a:buNone/>
              <a:defRPr sz="1200">
                <a:solidFill>
                  <a:srgbClr val="757575"/>
                </a:solidFill>
              </a:defRPr>
            </a:lvl5pPr>
            <a:lvl6pPr indent="0" lvl="5" marL="0" algn="r">
              <a:spcBef>
                <a:spcPts val="0"/>
              </a:spcBef>
              <a:buNone/>
              <a:defRPr sz="1200">
                <a:solidFill>
                  <a:srgbClr val="757575"/>
                </a:solidFill>
              </a:defRPr>
            </a:lvl6pPr>
            <a:lvl7pPr indent="0" lvl="6" marL="0" algn="r">
              <a:spcBef>
                <a:spcPts val="0"/>
              </a:spcBef>
              <a:buNone/>
              <a:defRPr sz="1200">
                <a:solidFill>
                  <a:srgbClr val="757575"/>
                </a:solidFill>
              </a:defRPr>
            </a:lvl7pPr>
            <a:lvl8pPr indent="0" lvl="7" marL="0" algn="r">
              <a:spcBef>
                <a:spcPts val="0"/>
              </a:spcBef>
              <a:buNone/>
              <a:defRPr sz="1200">
                <a:solidFill>
                  <a:srgbClr val="757575"/>
                </a:solidFill>
              </a:defRPr>
            </a:lvl8pPr>
            <a:lvl9pPr indent="0" lvl="8" marL="0" algn="r">
              <a:spcBef>
                <a:spcPts val="0"/>
              </a:spcBef>
              <a:buNone/>
              <a:defRPr sz="1200">
                <a:solidFill>
                  <a:srgbClr val="757575"/>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757575"/>
                </a:solidFill>
              </a:defRPr>
            </a:lvl1pPr>
            <a:lvl2pPr indent="0" lvl="1" marL="0" algn="r">
              <a:spcBef>
                <a:spcPts val="0"/>
              </a:spcBef>
              <a:buNone/>
              <a:defRPr sz="1200">
                <a:solidFill>
                  <a:srgbClr val="757575"/>
                </a:solidFill>
              </a:defRPr>
            </a:lvl2pPr>
            <a:lvl3pPr indent="0" lvl="2" marL="0" algn="r">
              <a:spcBef>
                <a:spcPts val="0"/>
              </a:spcBef>
              <a:buNone/>
              <a:defRPr sz="1200">
                <a:solidFill>
                  <a:srgbClr val="757575"/>
                </a:solidFill>
              </a:defRPr>
            </a:lvl3pPr>
            <a:lvl4pPr indent="0" lvl="3" marL="0" algn="r">
              <a:spcBef>
                <a:spcPts val="0"/>
              </a:spcBef>
              <a:buNone/>
              <a:defRPr sz="1200">
                <a:solidFill>
                  <a:srgbClr val="757575"/>
                </a:solidFill>
              </a:defRPr>
            </a:lvl4pPr>
            <a:lvl5pPr indent="0" lvl="4" marL="0" algn="r">
              <a:spcBef>
                <a:spcPts val="0"/>
              </a:spcBef>
              <a:buNone/>
              <a:defRPr sz="1200">
                <a:solidFill>
                  <a:srgbClr val="757575"/>
                </a:solidFill>
              </a:defRPr>
            </a:lvl5pPr>
            <a:lvl6pPr indent="0" lvl="5" marL="0" algn="r">
              <a:spcBef>
                <a:spcPts val="0"/>
              </a:spcBef>
              <a:buNone/>
              <a:defRPr sz="1200">
                <a:solidFill>
                  <a:srgbClr val="757575"/>
                </a:solidFill>
              </a:defRPr>
            </a:lvl6pPr>
            <a:lvl7pPr indent="0" lvl="6" marL="0" algn="r">
              <a:spcBef>
                <a:spcPts val="0"/>
              </a:spcBef>
              <a:buNone/>
              <a:defRPr sz="1200">
                <a:solidFill>
                  <a:srgbClr val="757575"/>
                </a:solidFill>
              </a:defRPr>
            </a:lvl7pPr>
            <a:lvl8pPr indent="0" lvl="7" marL="0" algn="r">
              <a:spcBef>
                <a:spcPts val="0"/>
              </a:spcBef>
              <a:buNone/>
              <a:defRPr sz="1200">
                <a:solidFill>
                  <a:srgbClr val="757575"/>
                </a:solidFill>
              </a:defRPr>
            </a:lvl8pPr>
            <a:lvl9pPr indent="0" lvl="8" marL="0" algn="r">
              <a:spcBef>
                <a:spcPts val="0"/>
              </a:spcBef>
              <a:buNone/>
              <a:defRPr sz="1200">
                <a:solidFill>
                  <a:srgbClr val="757575"/>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757575"/>
                </a:solidFill>
              </a:defRPr>
            </a:lvl1pPr>
            <a:lvl2pPr indent="0" lvl="1" marL="0" algn="r">
              <a:spcBef>
                <a:spcPts val="0"/>
              </a:spcBef>
              <a:buNone/>
              <a:defRPr sz="1200">
                <a:solidFill>
                  <a:srgbClr val="757575"/>
                </a:solidFill>
              </a:defRPr>
            </a:lvl2pPr>
            <a:lvl3pPr indent="0" lvl="2" marL="0" algn="r">
              <a:spcBef>
                <a:spcPts val="0"/>
              </a:spcBef>
              <a:buNone/>
              <a:defRPr sz="1200">
                <a:solidFill>
                  <a:srgbClr val="757575"/>
                </a:solidFill>
              </a:defRPr>
            </a:lvl3pPr>
            <a:lvl4pPr indent="0" lvl="3" marL="0" algn="r">
              <a:spcBef>
                <a:spcPts val="0"/>
              </a:spcBef>
              <a:buNone/>
              <a:defRPr sz="1200">
                <a:solidFill>
                  <a:srgbClr val="757575"/>
                </a:solidFill>
              </a:defRPr>
            </a:lvl4pPr>
            <a:lvl5pPr indent="0" lvl="4" marL="0" algn="r">
              <a:spcBef>
                <a:spcPts val="0"/>
              </a:spcBef>
              <a:buNone/>
              <a:defRPr sz="1200">
                <a:solidFill>
                  <a:srgbClr val="757575"/>
                </a:solidFill>
              </a:defRPr>
            </a:lvl5pPr>
            <a:lvl6pPr indent="0" lvl="5" marL="0" algn="r">
              <a:spcBef>
                <a:spcPts val="0"/>
              </a:spcBef>
              <a:buNone/>
              <a:defRPr sz="1200">
                <a:solidFill>
                  <a:srgbClr val="757575"/>
                </a:solidFill>
              </a:defRPr>
            </a:lvl6pPr>
            <a:lvl7pPr indent="0" lvl="6" marL="0" algn="r">
              <a:spcBef>
                <a:spcPts val="0"/>
              </a:spcBef>
              <a:buNone/>
              <a:defRPr sz="1200">
                <a:solidFill>
                  <a:srgbClr val="757575"/>
                </a:solidFill>
              </a:defRPr>
            </a:lvl7pPr>
            <a:lvl8pPr indent="0" lvl="7" marL="0" algn="r">
              <a:spcBef>
                <a:spcPts val="0"/>
              </a:spcBef>
              <a:buNone/>
              <a:defRPr sz="1200">
                <a:solidFill>
                  <a:srgbClr val="757575"/>
                </a:solidFill>
              </a:defRPr>
            </a:lvl8pPr>
            <a:lvl9pPr indent="0" lvl="8" marL="0" algn="r">
              <a:spcBef>
                <a:spcPts val="0"/>
              </a:spcBef>
              <a:buNone/>
              <a:defRPr sz="1200">
                <a:solidFill>
                  <a:srgbClr val="757575"/>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43C64"/>
            </a:gs>
            <a:gs pos="30000">
              <a:srgbClr val="143C64"/>
            </a:gs>
            <a:gs pos="83000">
              <a:srgbClr val="72C4E9"/>
            </a:gs>
            <a:gs pos="86000">
              <a:srgbClr val="72C4E9"/>
            </a:gs>
            <a:gs pos="100000">
              <a:srgbClr val="A0D7F0"/>
            </a:gs>
          </a:gsLst>
          <a:lin ang="5400000" scaled="0"/>
        </a:gra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3"/>
          <p:cNvPicPr preferRelativeResize="0"/>
          <p:nvPr/>
        </p:nvPicPr>
        <p:blipFill rotWithShape="1">
          <a:blip r:embed="rId3">
            <a:alphaModFix/>
          </a:blip>
          <a:srcRect b="0" l="0" r="0" t="0"/>
          <a:stretch/>
        </p:blipFill>
        <p:spPr>
          <a:xfrm>
            <a:off x="908" y="0"/>
            <a:ext cx="12190183"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p:nvPr/>
        </p:nvSpPr>
        <p:spPr>
          <a:xfrm>
            <a:off x="1524" y="0"/>
            <a:ext cx="12189000" cy="685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4" name="Google Shape;94;p14"/>
          <p:cNvSpPr txBox="1"/>
          <p:nvPr/>
        </p:nvSpPr>
        <p:spPr>
          <a:xfrm>
            <a:off x="113846" y="387006"/>
            <a:ext cx="5070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chemeClr val="lt2"/>
                </a:solidFill>
                <a:latin typeface="Arial"/>
                <a:ea typeface="Arial"/>
                <a:cs typeface="Arial"/>
                <a:sym typeface="Arial"/>
              </a:rPr>
              <a:t>CUỘC THI THIẾT KẾ VI MẠCH CHO ĐÔ THỊ THÔNG MINH LẦN 3</a:t>
            </a:r>
            <a:endParaRPr sz="1200">
              <a:solidFill>
                <a:schemeClr val="lt2"/>
              </a:solidFill>
              <a:latin typeface="Arial"/>
              <a:ea typeface="Arial"/>
              <a:cs typeface="Arial"/>
              <a:sym typeface="Arial"/>
            </a:endParaRPr>
          </a:p>
        </p:txBody>
      </p:sp>
      <p:grpSp>
        <p:nvGrpSpPr>
          <p:cNvPr id="95" name="Google Shape;95;p14"/>
          <p:cNvGrpSpPr/>
          <p:nvPr/>
        </p:nvGrpSpPr>
        <p:grpSpPr>
          <a:xfrm>
            <a:off x="-1524" y="434838"/>
            <a:ext cx="12192000" cy="232314"/>
            <a:chOff x="0" y="863599"/>
            <a:chExt cx="12192000" cy="232314"/>
          </a:xfrm>
        </p:grpSpPr>
        <p:cxnSp>
          <p:nvCxnSpPr>
            <p:cNvPr id="96" name="Google Shape;96;p14"/>
            <p:cNvCxnSpPr/>
            <p:nvPr/>
          </p:nvCxnSpPr>
          <p:spPr>
            <a:xfrm>
              <a:off x="0" y="1095913"/>
              <a:ext cx="12192000" cy="0"/>
            </a:xfrm>
            <a:prstGeom prst="straightConnector1">
              <a:avLst/>
            </a:prstGeom>
            <a:noFill/>
            <a:ln cap="flat" cmpd="sng" w="28575">
              <a:solidFill>
                <a:srgbClr val="FFFF00"/>
              </a:solidFill>
              <a:prstDash val="solid"/>
              <a:miter lim="8000"/>
              <a:headEnd len="sm" w="sm" type="none"/>
              <a:tailEnd len="sm" w="sm" type="none"/>
            </a:ln>
          </p:spPr>
        </p:cxnSp>
        <p:grpSp>
          <p:nvGrpSpPr>
            <p:cNvPr id="97" name="Google Shape;97;p14"/>
            <p:cNvGrpSpPr/>
            <p:nvPr/>
          </p:nvGrpSpPr>
          <p:grpSpPr>
            <a:xfrm>
              <a:off x="10383519" y="863599"/>
              <a:ext cx="1024461" cy="232313"/>
              <a:chOff x="9494519" y="680443"/>
              <a:chExt cx="1024461" cy="377370"/>
            </a:xfrm>
          </p:grpSpPr>
          <p:sp>
            <p:nvSpPr>
              <p:cNvPr id="98" name="Google Shape;98;p14"/>
              <p:cNvSpPr/>
              <p:nvPr/>
            </p:nvSpPr>
            <p:spPr>
              <a:xfrm>
                <a:off x="9494519" y="680443"/>
                <a:ext cx="335281" cy="37737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sp>
            <p:nvSpPr>
              <p:cNvPr id="99" name="Google Shape;99;p14"/>
              <p:cNvSpPr/>
              <p:nvPr/>
            </p:nvSpPr>
            <p:spPr>
              <a:xfrm>
                <a:off x="9839109" y="680443"/>
                <a:ext cx="335281" cy="37737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sp>
            <p:nvSpPr>
              <p:cNvPr id="100" name="Google Shape;100;p14"/>
              <p:cNvSpPr/>
              <p:nvPr/>
            </p:nvSpPr>
            <p:spPr>
              <a:xfrm>
                <a:off x="10183699" y="680443"/>
                <a:ext cx="335281" cy="37737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grpSp>
      </p:grpSp>
      <p:sp>
        <p:nvSpPr>
          <p:cNvPr id="101" name="Google Shape;101;p14"/>
          <p:cNvSpPr/>
          <p:nvPr/>
        </p:nvSpPr>
        <p:spPr>
          <a:xfrm>
            <a:off x="636100" y="2281655"/>
            <a:ext cx="4116300" cy="2294700"/>
          </a:xfrm>
          <a:prstGeom prst="rect">
            <a:avLst/>
          </a:prstGeom>
          <a:noFill/>
          <a:ln cap="flat" cmpd="sng" w="254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2" name="Google Shape;102;p14"/>
          <p:cNvSpPr txBox="1"/>
          <p:nvPr/>
        </p:nvSpPr>
        <p:spPr>
          <a:xfrm>
            <a:off x="696001" y="2413050"/>
            <a:ext cx="3928800" cy="24474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1800">
                <a:solidFill>
                  <a:schemeClr val="lt2"/>
                </a:solidFill>
                <a:latin typeface="Arial"/>
                <a:ea typeface="Arial"/>
                <a:cs typeface="Arial"/>
                <a:sym typeface="Arial"/>
              </a:rPr>
              <a:t>1. SỐ BÁO DANH: </a:t>
            </a:r>
            <a:r>
              <a:rPr lang="en-US" sz="1800">
                <a:solidFill>
                  <a:schemeClr val="lt2"/>
                </a:solidFill>
              </a:rPr>
              <a:t>VM3.SV051</a:t>
            </a:r>
            <a:endParaRPr/>
          </a:p>
          <a:p>
            <a:pPr indent="0" lvl="0" marL="0" marR="0" rtl="0" algn="l">
              <a:lnSpc>
                <a:spcPct val="150000"/>
              </a:lnSpc>
              <a:spcBef>
                <a:spcPts val="0"/>
              </a:spcBef>
              <a:spcAft>
                <a:spcPts val="0"/>
              </a:spcAft>
              <a:buNone/>
            </a:pPr>
            <a:r>
              <a:rPr b="1" lang="en-US" sz="1800">
                <a:solidFill>
                  <a:schemeClr val="lt2"/>
                </a:solidFill>
                <a:latin typeface="Arial"/>
                <a:ea typeface="Arial"/>
                <a:cs typeface="Arial"/>
                <a:sym typeface="Arial"/>
              </a:rPr>
              <a:t>2. TÊN NHÓM: </a:t>
            </a:r>
            <a:r>
              <a:rPr lang="en-US" sz="1800">
                <a:solidFill>
                  <a:schemeClr val="lt2"/>
                </a:solidFill>
              </a:rPr>
              <a:t>TFT_SEMI</a:t>
            </a:r>
            <a:endParaRPr/>
          </a:p>
          <a:p>
            <a:pPr indent="0" lvl="0" marL="0" marR="0" rtl="0" algn="l">
              <a:lnSpc>
                <a:spcPct val="150000"/>
              </a:lnSpc>
              <a:spcBef>
                <a:spcPts val="0"/>
              </a:spcBef>
              <a:spcAft>
                <a:spcPts val="0"/>
              </a:spcAft>
              <a:buNone/>
            </a:pPr>
            <a:r>
              <a:rPr b="1" lang="en-US" sz="1800">
                <a:solidFill>
                  <a:schemeClr val="lt2"/>
                </a:solidFill>
                <a:latin typeface="Arial"/>
                <a:ea typeface="Arial"/>
                <a:cs typeface="Arial"/>
                <a:sym typeface="Arial"/>
              </a:rPr>
              <a:t>3. TÊN DỰ ÁN: </a:t>
            </a:r>
            <a:r>
              <a:rPr lang="en-US" sz="1800">
                <a:solidFill>
                  <a:schemeClr val="lt2"/>
                </a:solidFill>
              </a:rPr>
              <a:t>DSP-Gated INT8</a:t>
            </a:r>
            <a:endParaRPr sz="1800">
              <a:solidFill>
                <a:schemeClr val="lt2"/>
              </a:solidFill>
            </a:endParaRPr>
          </a:p>
          <a:p>
            <a:pPr indent="0" lvl="0" marL="0" rtl="0" algn="l">
              <a:lnSpc>
                <a:spcPct val="150000"/>
              </a:lnSpc>
              <a:spcBef>
                <a:spcPts val="0"/>
              </a:spcBef>
              <a:spcAft>
                <a:spcPts val="0"/>
              </a:spcAft>
              <a:buClr>
                <a:schemeClr val="dk1"/>
              </a:buClr>
              <a:buSzPts val="1100"/>
              <a:buFont typeface="Arial"/>
              <a:buNone/>
            </a:pPr>
            <a:r>
              <a:rPr lang="en-US" sz="1800">
                <a:solidFill>
                  <a:schemeClr val="lt2"/>
                </a:solidFill>
              </a:rPr>
              <a:t>Fall Detection IP</a:t>
            </a:r>
            <a:endParaRPr sz="1800">
              <a:solidFill>
                <a:schemeClr val="lt2"/>
              </a:solidFill>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lt2"/>
              </a:solidFill>
            </a:endParaRPr>
          </a:p>
          <a:p>
            <a:pPr indent="0" lvl="0" marL="0" marR="0" rtl="0" algn="l">
              <a:lnSpc>
                <a:spcPct val="150000"/>
              </a:lnSpc>
              <a:spcBef>
                <a:spcPts val="0"/>
              </a:spcBef>
              <a:spcAft>
                <a:spcPts val="0"/>
              </a:spcAft>
              <a:buNone/>
            </a:pPr>
            <a:r>
              <a:t/>
            </a:r>
            <a:endParaRPr sz="1800">
              <a:solidFill>
                <a:schemeClr val="lt2"/>
              </a:solidFill>
            </a:endParaRPr>
          </a:p>
        </p:txBody>
      </p:sp>
      <p:sp>
        <p:nvSpPr>
          <p:cNvPr id="103" name="Google Shape;103;p14"/>
          <p:cNvSpPr/>
          <p:nvPr/>
        </p:nvSpPr>
        <p:spPr>
          <a:xfrm>
            <a:off x="5440900" y="2281650"/>
            <a:ext cx="6035400" cy="2294700"/>
          </a:xfrm>
          <a:prstGeom prst="rect">
            <a:avLst/>
          </a:prstGeom>
          <a:noFill/>
          <a:ln cap="flat" cmpd="sng" w="254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4" name="Google Shape;104;p14"/>
          <p:cNvSpPr txBox="1"/>
          <p:nvPr/>
        </p:nvSpPr>
        <p:spPr>
          <a:xfrm>
            <a:off x="5510341" y="2413042"/>
            <a:ext cx="5760000" cy="7851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US" sz="1800">
                <a:solidFill>
                  <a:schemeClr val="lt2"/>
                </a:solidFill>
                <a:latin typeface="Arial"/>
                <a:ea typeface="Arial"/>
                <a:cs typeface="Arial"/>
                <a:sym typeface="Arial"/>
              </a:rPr>
              <a:t>4. ĐỘI NGŨ DỰ ÁN</a:t>
            </a:r>
            <a:r>
              <a:rPr b="1" lang="en-US" sz="1800">
                <a:solidFill>
                  <a:schemeClr val="lt2"/>
                </a:solidFill>
              </a:rPr>
              <a:t>: </a:t>
            </a:r>
            <a:r>
              <a:rPr lang="en-US" sz="1800">
                <a:solidFill>
                  <a:schemeClr val="lt2"/>
                </a:solidFill>
              </a:rPr>
              <a:t>Hồ Minh Thao - HCMUT</a:t>
            </a:r>
            <a:endParaRPr sz="1800">
              <a:solidFill>
                <a:schemeClr val="lt2"/>
              </a:solidFill>
            </a:endParaRPr>
          </a:p>
          <a:p>
            <a:pPr indent="0" lvl="0" marL="0" marR="0" rtl="0" algn="just">
              <a:lnSpc>
                <a:spcPct val="150000"/>
              </a:lnSpc>
              <a:spcBef>
                <a:spcPts val="0"/>
              </a:spcBef>
              <a:spcAft>
                <a:spcPts val="0"/>
              </a:spcAft>
              <a:buNone/>
            </a:pPr>
            <a:r>
              <a:rPr lang="en-US" sz="1800">
                <a:solidFill>
                  <a:schemeClr val="lt2"/>
                </a:solidFill>
              </a:rPr>
              <a:t>                                   Trần Đình Hiếu - FPTU</a:t>
            </a:r>
            <a:endParaRPr sz="1800">
              <a:solidFill>
                <a:schemeClr val="lt2"/>
              </a:solidFill>
            </a:endParaRPr>
          </a:p>
        </p:txBody>
      </p:sp>
      <p:sp>
        <p:nvSpPr>
          <p:cNvPr id="105" name="Google Shape;105;p14"/>
          <p:cNvSpPr txBox="1"/>
          <p:nvPr/>
        </p:nvSpPr>
        <p:spPr>
          <a:xfrm>
            <a:off x="587206" y="2661690"/>
            <a:ext cx="1699650" cy="174407"/>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None/>
            </a:pPr>
            <a:r>
              <a:t/>
            </a:r>
            <a:endParaRPr sz="1050">
              <a:solidFill>
                <a:schemeClr val="dk1"/>
              </a:solidFill>
              <a:latin typeface="Arial"/>
              <a:ea typeface="Arial"/>
              <a:cs typeface="Arial"/>
              <a:sym typeface="Arial"/>
            </a:endParaRPr>
          </a:p>
        </p:txBody>
      </p:sp>
      <p:sp>
        <p:nvSpPr>
          <p:cNvPr id="106" name="Google Shape;106;p14"/>
          <p:cNvSpPr txBox="1"/>
          <p:nvPr/>
        </p:nvSpPr>
        <p:spPr>
          <a:xfrm>
            <a:off x="113845" y="99431"/>
            <a:ext cx="358308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2"/>
                </a:solidFill>
                <a:latin typeface="Arial"/>
                <a:ea typeface="Arial"/>
                <a:cs typeface="Arial"/>
                <a:sym typeface="Arial"/>
              </a:rPr>
              <a:t>VÒNG SƠ TUYỂN Ý TƯỞNG</a:t>
            </a:r>
            <a:endParaRPr b="1" sz="16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95"/>
                                        </p:tgtEl>
                                        <p:attrNameLst>
                                          <p:attrName>style.visibility</p:attrName>
                                        </p:attrNameLst>
                                      </p:cBhvr>
                                      <p:to>
                                        <p:strVal val="visible"/>
                                      </p:to>
                                    </p:set>
                                    <p:anim calcmode="lin" valueType="num">
                                      <p:cBhvr additive="base">
                                        <p:cTn dur="500"/>
                                        <p:tgtEl>
                                          <p:spTgt spid="9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5"/>
          <p:cNvSpPr/>
          <p:nvPr/>
        </p:nvSpPr>
        <p:spPr>
          <a:xfrm>
            <a:off x="1524" y="0"/>
            <a:ext cx="12188952" cy="685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2" name="Google Shape;112;p15"/>
          <p:cNvSpPr txBox="1"/>
          <p:nvPr/>
        </p:nvSpPr>
        <p:spPr>
          <a:xfrm>
            <a:off x="113846" y="387006"/>
            <a:ext cx="5070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2"/>
                </a:solidFill>
                <a:latin typeface="Arial"/>
                <a:ea typeface="Arial"/>
                <a:cs typeface="Arial"/>
                <a:sym typeface="Arial"/>
              </a:rPr>
              <a:t>CUỘC THI THIẾT KẾ VI MẠCH CHO ĐÔ THỊ THÔNG MINH LẦN 3</a:t>
            </a:r>
            <a:endParaRPr sz="1200">
              <a:solidFill>
                <a:schemeClr val="lt2"/>
              </a:solidFill>
              <a:latin typeface="Arial"/>
              <a:ea typeface="Arial"/>
              <a:cs typeface="Arial"/>
              <a:sym typeface="Arial"/>
            </a:endParaRPr>
          </a:p>
        </p:txBody>
      </p:sp>
      <p:grpSp>
        <p:nvGrpSpPr>
          <p:cNvPr id="113" name="Google Shape;113;p15"/>
          <p:cNvGrpSpPr/>
          <p:nvPr/>
        </p:nvGrpSpPr>
        <p:grpSpPr>
          <a:xfrm>
            <a:off x="-1524" y="434838"/>
            <a:ext cx="12192000" cy="232314"/>
            <a:chOff x="0" y="863599"/>
            <a:chExt cx="12192000" cy="232314"/>
          </a:xfrm>
        </p:grpSpPr>
        <p:cxnSp>
          <p:nvCxnSpPr>
            <p:cNvPr id="114" name="Google Shape;114;p15"/>
            <p:cNvCxnSpPr/>
            <p:nvPr/>
          </p:nvCxnSpPr>
          <p:spPr>
            <a:xfrm>
              <a:off x="0" y="1095913"/>
              <a:ext cx="12192000" cy="0"/>
            </a:xfrm>
            <a:prstGeom prst="straightConnector1">
              <a:avLst/>
            </a:prstGeom>
            <a:noFill/>
            <a:ln cap="flat" cmpd="sng" w="28575">
              <a:solidFill>
                <a:srgbClr val="FFFF00"/>
              </a:solidFill>
              <a:prstDash val="solid"/>
              <a:miter lim="8000"/>
              <a:headEnd len="sm" w="sm" type="none"/>
              <a:tailEnd len="sm" w="sm" type="none"/>
            </a:ln>
          </p:spPr>
        </p:cxnSp>
        <p:grpSp>
          <p:nvGrpSpPr>
            <p:cNvPr id="115" name="Google Shape;115;p15"/>
            <p:cNvGrpSpPr/>
            <p:nvPr/>
          </p:nvGrpSpPr>
          <p:grpSpPr>
            <a:xfrm>
              <a:off x="10383519" y="863599"/>
              <a:ext cx="1024461" cy="232313"/>
              <a:chOff x="9494519" y="680443"/>
              <a:chExt cx="1024461" cy="377370"/>
            </a:xfrm>
          </p:grpSpPr>
          <p:sp>
            <p:nvSpPr>
              <p:cNvPr id="116" name="Google Shape;116;p15"/>
              <p:cNvSpPr/>
              <p:nvPr/>
            </p:nvSpPr>
            <p:spPr>
              <a:xfrm>
                <a:off x="9494519" y="680443"/>
                <a:ext cx="335281" cy="37737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sp>
            <p:nvSpPr>
              <p:cNvPr id="117" name="Google Shape;117;p15"/>
              <p:cNvSpPr/>
              <p:nvPr/>
            </p:nvSpPr>
            <p:spPr>
              <a:xfrm>
                <a:off x="9839109" y="680443"/>
                <a:ext cx="335281" cy="37737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sp>
            <p:nvSpPr>
              <p:cNvPr id="118" name="Google Shape;118;p15"/>
              <p:cNvSpPr/>
              <p:nvPr/>
            </p:nvSpPr>
            <p:spPr>
              <a:xfrm>
                <a:off x="10183699" y="680443"/>
                <a:ext cx="335281" cy="37737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grpSp>
      </p:grpSp>
      <p:sp>
        <p:nvSpPr>
          <p:cNvPr id="119" name="Google Shape;119;p15"/>
          <p:cNvSpPr/>
          <p:nvPr/>
        </p:nvSpPr>
        <p:spPr>
          <a:xfrm>
            <a:off x="346924" y="1011332"/>
            <a:ext cx="11459700" cy="5559900"/>
          </a:xfrm>
          <a:prstGeom prst="rect">
            <a:avLst/>
          </a:prstGeom>
          <a:noFill/>
          <a:ln cap="flat" cmpd="sng" w="254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0" name="Google Shape;120;p15"/>
          <p:cNvSpPr txBox="1"/>
          <p:nvPr/>
        </p:nvSpPr>
        <p:spPr>
          <a:xfrm>
            <a:off x="582575" y="1194725"/>
            <a:ext cx="11206800" cy="60000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400">
                <a:solidFill>
                  <a:schemeClr val="lt1"/>
                </a:solidFill>
                <a:latin typeface="Arial"/>
                <a:ea typeface="Arial"/>
                <a:cs typeface="Arial"/>
                <a:sym typeface="Arial"/>
              </a:rPr>
              <a:t>TỔNG QUAN VỀ Ý TƯỞNG  </a:t>
            </a:r>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lt1"/>
                </a:solidFill>
              </a:rPr>
              <a:t>Trong bối cảnh các ứng dụng Edge AI ngày càng được triển khai rộng rãi trong lĩnh vực chăm sóc sức khỏe thông minh, việc xây dựng một hệ thống phát hiện té ngã có khả năng xử lý theo thời gian thực, tiêu thụ năng lượng thấp và dễ dàng triển khai trên phần cứng là một yêu cầu quan trọng. Tuy nhiên, các phương pháp truyền thống thường thực hiện suy luận bằng mạng nơ-ron liên tục trên toàn bộ dữ liệu cảm biến, dẫn đến lãng phí tài nguyên tính toán và năng lượng do các sự kiện té ngã xảy ra với tần suất rất thấp.</a:t>
            </a:r>
            <a:endParaRPr sz="1800">
              <a:solidFill>
                <a:schemeClr val="lt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lt1"/>
                </a:solidFill>
              </a:rPr>
              <a:t>Để giải quyết vấn đề này, dự án đề xuất một </a:t>
            </a:r>
            <a:r>
              <a:rPr b="1" lang="en-US" sz="1800">
                <a:solidFill>
                  <a:schemeClr val="lt1"/>
                </a:solidFill>
              </a:rPr>
              <a:t>IP phát hiện té ngã chuyên dụng trên nền tảng FPGA</a:t>
            </a:r>
            <a:r>
              <a:rPr lang="en-US" sz="1800">
                <a:solidFill>
                  <a:schemeClr val="lt1"/>
                </a:solidFill>
              </a:rPr>
              <a:t>, ứng dụng kiến trúc </a:t>
            </a:r>
            <a:r>
              <a:rPr b="1" lang="en-US" sz="1800">
                <a:solidFill>
                  <a:schemeClr val="lt1"/>
                </a:solidFill>
              </a:rPr>
              <a:t>DSP-Gated INT8 CNN</a:t>
            </a:r>
            <a:r>
              <a:rPr lang="en-US" sz="1800">
                <a:solidFill>
                  <a:schemeClr val="lt1"/>
                </a:solidFill>
              </a:rPr>
              <a:t>. Hệ thống sử dụng một khối DSP luôn hoạt động để theo dõi dữ liệu từ cảm biến IMU và chỉ kích hoạt mạng CNN khi phát hiện các dấu hiệu chuyển động bất thường. Cơ chế xử lý theo sự kiện này giúp giảm đáng kể số lần suy luận của CNN, từ đó tối ưu tài nguyên phần cứng và mức tiêu thụ năng lượng mà vẫn đảm bảo khả năng phát hiện té ngã chính xác. Thiết kế được tối ưu hóa với mô hình CNN lượng tử hóa INT8, tích hợp giao tiếp APB3 và được kiểm chứng bằng môi trường RTL bit-accurate, hướng đến khả năng triển khai thực tế trên các hệ thống FPGA phục vụ các ứng dụng Edge AI và thiết bị chăm sóc sức khỏe thông minh.</a:t>
            </a:r>
            <a:endParaRPr sz="1800">
              <a:solidFill>
                <a:schemeClr val="lt1"/>
              </a:solidFill>
            </a:endParaRPr>
          </a:p>
          <a:p>
            <a:pPr indent="0" lvl="0" marL="0" rtl="0" algn="l">
              <a:lnSpc>
                <a:spcPct val="115000"/>
              </a:lnSpc>
              <a:spcBef>
                <a:spcPts val="1200"/>
              </a:spcBef>
              <a:spcAft>
                <a:spcPts val="0"/>
              </a:spcAft>
              <a:buNone/>
            </a:pPr>
            <a:r>
              <a:t/>
            </a:r>
            <a:endParaRPr sz="1800">
              <a:solidFill>
                <a:schemeClr val="lt1"/>
              </a:solidFill>
            </a:endParaRPr>
          </a:p>
          <a:p>
            <a:pPr indent="0" lvl="0" marL="457200" marR="0" rtl="0" algn="l">
              <a:lnSpc>
                <a:spcPct val="150000"/>
              </a:lnSpc>
              <a:spcBef>
                <a:spcPts val="1200"/>
              </a:spcBef>
              <a:spcAft>
                <a:spcPts val="0"/>
              </a:spcAft>
              <a:buNone/>
            </a:pPr>
            <a:r>
              <a:t/>
            </a:r>
            <a:endParaRPr sz="1800">
              <a:solidFill>
                <a:schemeClr val="lt1"/>
              </a:solidFill>
            </a:endParaRPr>
          </a:p>
        </p:txBody>
      </p:sp>
      <p:sp>
        <p:nvSpPr>
          <p:cNvPr id="121" name="Google Shape;121;p15"/>
          <p:cNvSpPr txBox="1"/>
          <p:nvPr/>
        </p:nvSpPr>
        <p:spPr>
          <a:xfrm>
            <a:off x="113845" y="99431"/>
            <a:ext cx="358308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2"/>
                </a:solidFill>
                <a:latin typeface="Arial"/>
                <a:ea typeface="Arial"/>
                <a:cs typeface="Arial"/>
                <a:sym typeface="Arial"/>
              </a:rPr>
              <a:t>VÒNG SƠ TUYỂN Ý TƯỞNG</a:t>
            </a:r>
            <a:endParaRPr b="1" sz="16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113"/>
                                        </p:tgtEl>
                                        <p:attrNameLst>
                                          <p:attrName>style.visibility</p:attrName>
                                        </p:attrNameLst>
                                      </p:cBhvr>
                                      <p:to>
                                        <p:strVal val="visible"/>
                                      </p:to>
                                    </p:set>
                                    <p:anim calcmode="lin" valueType="num">
                                      <p:cBhvr additive="base">
                                        <p:cTn dur="500"/>
                                        <p:tgtEl>
                                          <p:spTgt spid="11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6"/>
          <p:cNvSpPr/>
          <p:nvPr/>
        </p:nvSpPr>
        <p:spPr>
          <a:xfrm>
            <a:off x="1524" y="0"/>
            <a:ext cx="12188952" cy="685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7" name="Google Shape;127;p16"/>
          <p:cNvSpPr txBox="1"/>
          <p:nvPr/>
        </p:nvSpPr>
        <p:spPr>
          <a:xfrm>
            <a:off x="113846" y="387006"/>
            <a:ext cx="5070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2"/>
                </a:solidFill>
                <a:latin typeface="Arial"/>
                <a:ea typeface="Arial"/>
                <a:cs typeface="Arial"/>
                <a:sym typeface="Arial"/>
              </a:rPr>
              <a:t>CUỘC THI THIẾT KẾ VI MẠCH CHO ĐÔ THỊ THÔNG MINH LẦN 3</a:t>
            </a:r>
            <a:endParaRPr sz="1200">
              <a:solidFill>
                <a:schemeClr val="lt2"/>
              </a:solidFill>
              <a:latin typeface="Arial"/>
              <a:ea typeface="Arial"/>
              <a:cs typeface="Arial"/>
              <a:sym typeface="Arial"/>
            </a:endParaRPr>
          </a:p>
        </p:txBody>
      </p:sp>
      <p:grpSp>
        <p:nvGrpSpPr>
          <p:cNvPr id="128" name="Google Shape;128;p16"/>
          <p:cNvGrpSpPr/>
          <p:nvPr/>
        </p:nvGrpSpPr>
        <p:grpSpPr>
          <a:xfrm>
            <a:off x="-1524" y="434838"/>
            <a:ext cx="12192000" cy="232314"/>
            <a:chOff x="0" y="863599"/>
            <a:chExt cx="12192000" cy="232314"/>
          </a:xfrm>
        </p:grpSpPr>
        <p:cxnSp>
          <p:nvCxnSpPr>
            <p:cNvPr id="129" name="Google Shape;129;p16"/>
            <p:cNvCxnSpPr/>
            <p:nvPr/>
          </p:nvCxnSpPr>
          <p:spPr>
            <a:xfrm>
              <a:off x="0" y="1095913"/>
              <a:ext cx="12192000" cy="0"/>
            </a:xfrm>
            <a:prstGeom prst="straightConnector1">
              <a:avLst/>
            </a:prstGeom>
            <a:noFill/>
            <a:ln cap="flat" cmpd="sng" w="28575">
              <a:solidFill>
                <a:srgbClr val="FFFF00"/>
              </a:solidFill>
              <a:prstDash val="solid"/>
              <a:miter lim="8000"/>
              <a:headEnd len="sm" w="sm" type="none"/>
              <a:tailEnd len="sm" w="sm" type="none"/>
            </a:ln>
          </p:spPr>
        </p:cxnSp>
        <p:grpSp>
          <p:nvGrpSpPr>
            <p:cNvPr id="130" name="Google Shape;130;p16"/>
            <p:cNvGrpSpPr/>
            <p:nvPr/>
          </p:nvGrpSpPr>
          <p:grpSpPr>
            <a:xfrm>
              <a:off x="10383519" y="863599"/>
              <a:ext cx="1024461" cy="232313"/>
              <a:chOff x="9494519" y="680443"/>
              <a:chExt cx="1024461" cy="377370"/>
            </a:xfrm>
          </p:grpSpPr>
          <p:sp>
            <p:nvSpPr>
              <p:cNvPr id="131" name="Google Shape;131;p16"/>
              <p:cNvSpPr/>
              <p:nvPr/>
            </p:nvSpPr>
            <p:spPr>
              <a:xfrm>
                <a:off x="9494519" y="680443"/>
                <a:ext cx="335281" cy="37737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sp>
            <p:nvSpPr>
              <p:cNvPr id="132" name="Google Shape;132;p16"/>
              <p:cNvSpPr/>
              <p:nvPr/>
            </p:nvSpPr>
            <p:spPr>
              <a:xfrm>
                <a:off x="9839109" y="680443"/>
                <a:ext cx="335281" cy="37737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sp>
            <p:nvSpPr>
              <p:cNvPr id="133" name="Google Shape;133;p16"/>
              <p:cNvSpPr/>
              <p:nvPr/>
            </p:nvSpPr>
            <p:spPr>
              <a:xfrm>
                <a:off x="10183699" y="680443"/>
                <a:ext cx="335281" cy="37737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grpSp>
      </p:grpSp>
      <p:sp>
        <p:nvSpPr>
          <p:cNvPr id="134" name="Google Shape;134;p16"/>
          <p:cNvSpPr txBox="1"/>
          <p:nvPr/>
        </p:nvSpPr>
        <p:spPr>
          <a:xfrm>
            <a:off x="113845" y="99431"/>
            <a:ext cx="358308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2"/>
                </a:solidFill>
                <a:latin typeface="Open Sans ExtraBold"/>
                <a:ea typeface="Open Sans ExtraBold"/>
                <a:cs typeface="Open Sans ExtraBold"/>
                <a:sym typeface="Open Sans ExtraBold"/>
              </a:rPr>
              <a:t>VÒNG SƠ TUYỂN Ý TƯỞNG</a:t>
            </a:r>
            <a:endParaRPr sz="1600">
              <a:solidFill>
                <a:schemeClr val="dk1"/>
              </a:solidFill>
              <a:latin typeface="Arial"/>
              <a:ea typeface="Arial"/>
              <a:cs typeface="Arial"/>
              <a:sym typeface="Arial"/>
            </a:endParaRPr>
          </a:p>
        </p:txBody>
      </p:sp>
      <p:pic>
        <p:nvPicPr>
          <p:cNvPr id="135" name="Google Shape;135;p16"/>
          <p:cNvPicPr preferRelativeResize="0"/>
          <p:nvPr/>
        </p:nvPicPr>
        <p:blipFill>
          <a:blip r:embed="rId3">
            <a:alphaModFix/>
          </a:blip>
          <a:stretch>
            <a:fillRect/>
          </a:stretch>
        </p:blipFill>
        <p:spPr>
          <a:xfrm>
            <a:off x="822375" y="1325763"/>
            <a:ext cx="10544175" cy="4810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128"/>
                                        </p:tgtEl>
                                        <p:attrNameLst>
                                          <p:attrName>style.visibility</p:attrName>
                                        </p:attrNameLst>
                                      </p:cBhvr>
                                      <p:to>
                                        <p:strVal val="visible"/>
                                      </p:to>
                                    </p:set>
                                    <p:anim calcmode="lin" valueType="num">
                                      <p:cBhvr additive="base">
                                        <p:cTn dur="500"/>
                                        <p:tgtEl>
                                          <p:spTgt spid="12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7"/>
          <p:cNvSpPr txBox="1"/>
          <p:nvPr/>
        </p:nvSpPr>
        <p:spPr>
          <a:xfrm>
            <a:off x="113846" y="387006"/>
            <a:ext cx="5070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2"/>
                </a:solidFill>
                <a:latin typeface="Arial"/>
                <a:ea typeface="Arial"/>
                <a:cs typeface="Arial"/>
                <a:sym typeface="Arial"/>
              </a:rPr>
              <a:t>CUỘC THI THIẾT KẾ VI MẠCH CHO ĐÔ THỊ THÔNG MINH LẦN 3</a:t>
            </a:r>
            <a:endParaRPr sz="1200">
              <a:solidFill>
                <a:schemeClr val="lt2"/>
              </a:solidFill>
              <a:latin typeface="Arial"/>
              <a:ea typeface="Arial"/>
              <a:cs typeface="Arial"/>
              <a:sym typeface="Arial"/>
            </a:endParaRPr>
          </a:p>
        </p:txBody>
      </p:sp>
      <p:grpSp>
        <p:nvGrpSpPr>
          <p:cNvPr id="141" name="Google Shape;141;p17"/>
          <p:cNvGrpSpPr/>
          <p:nvPr/>
        </p:nvGrpSpPr>
        <p:grpSpPr>
          <a:xfrm>
            <a:off x="-1524" y="434838"/>
            <a:ext cx="12192000" cy="232314"/>
            <a:chOff x="0" y="863599"/>
            <a:chExt cx="12192000" cy="232314"/>
          </a:xfrm>
        </p:grpSpPr>
        <p:cxnSp>
          <p:nvCxnSpPr>
            <p:cNvPr id="142" name="Google Shape;142;p17"/>
            <p:cNvCxnSpPr/>
            <p:nvPr/>
          </p:nvCxnSpPr>
          <p:spPr>
            <a:xfrm>
              <a:off x="0" y="1095913"/>
              <a:ext cx="12192000" cy="0"/>
            </a:xfrm>
            <a:prstGeom prst="straightConnector1">
              <a:avLst/>
            </a:prstGeom>
            <a:noFill/>
            <a:ln cap="flat" cmpd="sng" w="28575">
              <a:solidFill>
                <a:srgbClr val="FFFF00"/>
              </a:solidFill>
              <a:prstDash val="solid"/>
              <a:miter lim="8000"/>
              <a:headEnd len="sm" w="sm" type="none"/>
              <a:tailEnd len="sm" w="sm" type="none"/>
            </a:ln>
          </p:spPr>
        </p:cxnSp>
        <p:grpSp>
          <p:nvGrpSpPr>
            <p:cNvPr id="143" name="Google Shape;143;p17"/>
            <p:cNvGrpSpPr/>
            <p:nvPr/>
          </p:nvGrpSpPr>
          <p:grpSpPr>
            <a:xfrm>
              <a:off x="10383519" y="863599"/>
              <a:ext cx="1024461" cy="232313"/>
              <a:chOff x="9494519" y="680443"/>
              <a:chExt cx="1024461" cy="377370"/>
            </a:xfrm>
          </p:grpSpPr>
          <p:sp>
            <p:nvSpPr>
              <p:cNvPr id="144" name="Google Shape;144;p17"/>
              <p:cNvSpPr/>
              <p:nvPr/>
            </p:nvSpPr>
            <p:spPr>
              <a:xfrm>
                <a:off x="9494519" y="680443"/>
                <a:ext cx="335281" cy="37737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sp>
            <p:nvSpPr>
              <p:cNvPr id="145" name="Google Shape;145;p17"/>
              <p:cNvSpPr/>
              <p:nvPr/>
            </p:nvSpPr>
            <p:spPr>
              <a:xfrm>
                <a:off x="9839109" y="680443"/>
                <a:ext cx="335281" cy="37737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sp>
            <p:nvSpPr>
              <p:cNvPr id="146" name="Google Shape;146;p17"/>
              <p:cNvSpPr/>
              <p:nvPr/>
            </p:nvSpPr>
            <p:spPr>
              <a:xfrm>
                <a:off x="10183699" y="680443"/>
                <a:ext cx="335281" cy="37737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grpSp>
      </p:grpSp>
      <p:sp>
        <p:nvSpPr>
          <p:cNvPr id="147" name="Google Shape;147;p17"/>
          <p:cNvSpPr txBox="1"/>
          <p:nvPr/>
        </p:nvSpPr>
        <p:spPr>
          <a:xfrm>
            <a:off x="997527" y="2422025"/>
            <a:ext cx="10533000" cy="3078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t/>
            </a:r>
            <a:endParaRPr/>
          </a:p>
        </p:txBody>
      </p:sp>
      <p:sp>
        <p:nvSpPr>
          <p:cNvPr id="148" name="Google Shape;148;p17"/>
          <p:cNvSpPr txBox="1"/>
          <p:nvPr/>
        </p:nvSpPr>
        <p:spPr>
          <a:xfrm>
            <a:off x="113845" y="99431"/>
            <a:ext cx="358308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2"/>
                </a:solidFill>
                <a:latin typeface="Open Sans ExtraBold"/>
                <a:ea typeface="Open Sans ExtraBold"/>
                <a:cs typeface="Open Sans ExtraBold"/>
                <a:sym typeface="Open Sans ExtraBold"/>
              </a:rPr>
              <a:t>VÒNG SƠ TUYỂN Ý TƯỞNG</a:t>
            </a:r>
            <a:endParaRPr sz="1600">
              <a:solidFill>
                <a:schemeClr val="dk1"/>
              </a:solidFill>
              <a:latin typeface="Arial"/>
              <a:ea typeface="Arial"/>
              <a:cs typeface="Arial"/>
              <a:sym typeface="Arial"/>
            </a:endParaRPr>
          </a:p>
        </p:txBody>
      </p:sp>
      <p:pic>
        <p:nvPicPr>
          <p:cNvPr id="149" name="Google Shape;149;p17"/>
          <p:cNvPicPr preferRelativeResize="0"/>
          <p:nvPr/>
        </p:nvPicPr>
        <p:blipFill>
          <a:blip r:embed="rId3">
            <a:alphaModFix/>
          </a:blip>
          <a:stretch>
            <a:fillRect/>
          </a:stretch>
        </p:blipFill>
        <p:spPr>
          <a:xfrm>
            <a:off x="1122850" y="1289300"/>
            <a:ext cx="9943225" cy="4976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141"/>
                                        </p:tgtEl>
                                        <p:attrNameLst>
                                          <p:attrName>style.visibility</p:attrName>
                                        </p:attrNameLst>
                                      </p:cBhvr>
                                      <p:to>
                                        <p:strVal val="visible"/>
                                      </p:to>
                                    </p:set>
                                    <p:anim calcmode="lin" valueType="num">
                                      <p:cBhvr additive="base">
                                        <p:cTn dur="500"/>
                                        <p:tgtEl>
                                          <p:spTgt spid="14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8"/>
          <p:cNvSpPr/>
          <p:nvPr/>
        </p:nvSpPr>
        <p:spPr>
          <a:xfrm>
            <a:off x="1524" y="0"/>
            <a:ext cx="12188952" cy="685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5" name="Google Shape;155;p18"/>
          <p:cNvSpPr txBox="1"/>
          <p:nvPr/>
        </p:nvSpPr>
        <p:spPr>
          <a:xfrm>
            <a:off x="113846" y="387006"/>
            <a:ext cx="5070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2"/>
                </a:solidFill>
                <a:latin typeface="Arial"/>
                <a:ea typeface="Arial"/>
                <a:cs typeface="Arial"/>
                <a:sym typeface="Arial"/>
              </a:rPr>
              <a:t>CUỘC THI THIẾT KẾ VI MẠCH CHO ĐÔ THỊ THÔNG MINH LẦN 3</a:t>
            </a:r>
            <a:endParaRPr sz="1200">
              <a:solidFill>
                <a:schemeClr val="lt2"/>
              </a:solidFill>
              <a:latin typeface="Arial"/>
              <a:ea typeface="Arial"/>
              <a:cs typeface="Arial"/>
              <a:sym typeface="Arial"/>
            </a:endParaRPr>
          </a:p>
        </p:txBody>
      </p:sp>
      <p:grpSp>
        <p:nvGrpSpPr>
          <p:cNvPr id="156" name="Google Shape;156;p18"/>
          <p:cNvGrpSpPr/>
          <p:nvPr/>
        </p:nvGrpSpPr>
        <p:grpSpPr>
          <a:xfrm>
            <a:off x="-1524" y="434838"/>
            <a:ext cx="12192000" cy="232314"/>
            <a:chOff x="0" y="863599"/>
            <a:chExt cx="12192000" cy="232314"/>
          </a:xfrm>
        </p:grpSpPr>
        <p:cxnSp>
          <p:nvCxnSpPr>
            <p:cNvPr id="157" name="Google Shape;157;p18"/>
            <p:cNvCxnSpPr/>
            <p:nvPr/>
          </p:nvCxnSpPr>
          <p:spPr>
            <a:xfrm>
              <a:off x="0" y="1095913"/>
              <a:ext cx="12192000" cy="0"/>
            </a:xfrm>
            <a:prstGeom prst="straightConnector1">
              <a:avLst/>
            </a:prstGeom>
            <a:noFill/>
            <a:ln cap="flat" cmpd="sng" w="28575">
              <a:solidFill>
                <a:srgbClr val="FFFF00"/>
              </a:solidFill>
              <a:prstDash val="solid"/>
              <a:miter lim="8000"/>
              <a:headEnd len="sm" w="sm" type="none"/>
              <a:tailEnd len="sm" w="sm" type="none"/>
            </a:ln>
          </p:spPr>
        </p:cxnSp>
        <p:grpSp>
          <p:nvGrpSpPr>
            <p:cNvPr id="158" name="Google Shape;158;p18"/>
            <p:cNvGrpSpPr/>
            <p:nvPr/>
          </p:nvGrpSpPr>
          <p:grpSpPr>
            <a:xfrm>
              <a:off x="10383519" y="863599"/>
              <a:ext cx="1024461" cy="232313"/>
              <a:chOff x="9494519" y="680443"/>
              <a:chExt cx="1024461" cy="377370"/>
            </a:xfrm>
          </p:grpSpPr>
          <p:sp>
            <p:nvSpPr>
              <p:cNvPr id="159" name="Google Shape;159;p18"/>
              <p:cNvSpPr/>
              <p:nvPr/>
            </p:nvSpPr>
            <p:spPr>
              <a:xfrm>
                <a:off x="9494519" y="680443"/>
                <a:ext cx="335281" cy="37737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sp>
            <p:nvSpPr>
              <p:cNvPr id="160" name="Google Shape;160;p18"/>
              <p:cNvSpPr/>
              <p:nvPr/>
            </p:nvSpPr>
            <p:spPr>
              <a:xfrm>
                <a:off x="9839109" y="680443"/>
                <a:ext cx="335281" cy="37737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sp>
            <p:nvSpPr>
              <p:cNvPr id="161" name="Google Shape;161;p18"/>
              <p:cNvSpPr/>
              <p:nvPr/>
            </p:nvSpPr>
            <p:spPr>
              <a:xfrm>
                <a:off x="10183699" y="680443"/>
                <a:ext cx="335281" cy="37737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grpSp>
      </p:grpSp>
      <p:sp>
        <p:nvSpPr>
          <p:cNvPr id="162" name="Google Shape;162;p18"/>
          <p:cNvSpPr txBox="1"/>
          <p:nvPr/>
        </p:nvSpPr>
        <p:spPr>
          <a:xfrm>
            <a:off x="113845" y="99431"/>
            <a:ext cx="358308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2"/>
                </a:solidFill>
                <a:latin typeface="Open Sans ExtraBold"/>
                <a:ea typeface="Open Sans ExtraBold"/>
                <a:cs typeface="Open Sans ExtraBold"/>
                <a:sym typeface="Open Sans ExtraBold"/>
              </a:rPr>
              <a:t>VÒNG SƠ TUYỂN Ý TƯỞNG</a:t>
            </a:r>
            <a:endParaRPr sz="1600">
              <a:solidFill>
                <a:schemeClr val="dk1"/>
              </a:solidFill>
              <a:latin typeface="Arial"/>
              <a:ea typeface="Arial"/>
              <a:cs typeface="Arial"/>
              <a:sym typeface="Arial"/>
            </a:endParaRPr>
          </a:p>
        </p:txBody>
      </p:sp>
      <p:pic>
        <p:nvPicPr>
          <p:cNvPr id="163" name="Google Shape;163;p18"/>
          <p:cNvPicPr preferRelativeResize="0"/>
          <p:nvPr/>
        </p:nvPicPr>
        <p:blipFill>
          <a:blip r:embed="rId3">
            <a:alphaModFix/>
          </a:blip>
          <a:stretch>
            <a:fillRect/>
          </a:stretch>
        </p:blipFill>
        <p:spPr>
          <a:xfrm>
            <a:off x="744050" y="1067575"/>
            <a:ext cx="10700851" cy="5265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156"/>
                                        </p:tgtEl>
                                        <p:attrNameLst>
                                          <p:attrName>style.visibility</p:attrName>
                                        </p:attrNameLst>
                                      </p:cBhvr>
                                      <p:to>
                                        <p:strVal val="visible"/>
                                      </p:to>
                                    </p:set>
                                    <p:anim calcmode="lin" valueType="num">
                                      <p:cBhvr additive="base">
                                        <p:cTn dur="500"/>
                                        <p:tgtEl>
                                          <p:spTgt spid="15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9"/>
          <p:cNvSpPr/>
          <p:nvPr/>
        </p:nvSpPr>
        <p:spPr>
          <a:xfrm>
            <a:off x="1524" y="0"/>
            <a:ext cx="12188952" cy="685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9" name="Google Shape;169;p19"/>
          <p:cNvSpPr txBox="1"/>
          <p:nvPr/>
        </p:nvSpPr>
        <p:spPr>
          <a:xfrm>
            <a:off x="113846" y="387006"/>
            <a:ext cx="5070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2"/>
                </a:solidFill>
                <a:latin typeface="Arial"/>
                <a:ea typeface="Arial"/>
                <a:cs typeface="Arial"/>
                <a:sym typeface="Arial"/>
              </a:rPr>
              <a:t>CUỘC THI THIẾT KẾ VI MẠCH CHO ĐÔ THỊ THÔNG MINH LẦN 3</a:t>
            </a:r>
            <a:endParaRPr sz="1200">
              <a:solidFill>
                <a:schemeClr val="lt2"/>
              </a:solidFill>
              <a:latin typeface="Arial"/>
              <a:ea typeface="Arial"/>
              <a:cs typeface="Arial"/>
              <a:sym typeface="Arial"/>
            </a:endParaRPr>
          </a:p>
        </p:txBody>
      </p:sp>
      <p:grpSp>
        <p:nvGrpSpPr>
          <p:cNvPr id="170" name="Google Shape;170;p19"/>
          <p:cNvGrpSpPr/>
          <p:nvPr/>
        </p:nvGrpSpPr>
        <p:grpSpPr>
          <a:xfrm>
            <a:off x="-1524" y="434838"/>
            <a:ext cx="12192000" cy="232314"/>
            <a:chOff x="0" y="863599"/>
            <a:chExt cx="12192000" cy="232314"/>
          </a:xfrm>
        </p:grpSpPr>
        <p:cxnSp>
          <p:nvCxnSpPr>
            <p:cNvPr id="171" name="Google Shape;171;p19"/>
            <p:cNvCxnSpPr/>
            <p:nvPr/>
          </p:nvCxnSpPr>
          <p:spPr>
            <a:xfrm>
              <a:off x="0" y="1095913"/>
              <a:ext cx="12192000" cy="0"/>
            </a:xfrm>
            <a:prstGeom prst="straightConnector1">
              <a:avLst/>
            </a:prstGeom>
            <a:noFill/>
            <a:ln cap="flat" cmpd="sng" w="28575">
              <a:solidFill>
                <a:srgbClr val="FFFF00"/>
              </a:solidFill>
              <a:prstDash val="solid"/>
              <a:miter lim="8000"/>
              <a:headEnd len="sm" w="sm" type="none"/>
              <a:tailEnd len="sm" w="sm" type="none"/>
            </a:ln>
          </p:spPr>
        </p:cxnSp>
        <p:grpSp>
          <p:nvGrpSpPr>
            <p:cNvPr id="172" name="Google Shape;172;p19"/>
            <p:cNvGrpSpPr/>
            <p:nvPr/>
          </p:nvGrpSpPr>
          <p:grpSpPr>
            <a:xfrm>
              <a:off x="10383519" y="863599"/>
              <a:ext cx="1024461" cy="232313"/>
              <a:chOff x="9494519" y="680443"/>
              <a:chExt cx="1024461" cy="377370"/>
            </a:xfrm>
          </p:grpSpPr>
          <p:sp>
            <p:nvSpPr>
              <p:cNvPr id="173" name="Google Shape;173;p19"/>
              <p:cNvSpPr/>
              <p:nvPr/>
            </p:nvSpPr>
            <p:spPr>
              <a:xfrm>
                <a:off x="9494519" y="680443"/>
                <a:ext cx="335281" cy="37737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sp>
            <p:nvSpPr>
              <p:cNvPr id="174" name="Google Shape;174;p19"/>
              <p:cNvSpPr/>
              <p:nvPr/>
            </p:nvSpPr>
            <p:spPr>
              <a:xfrm>
                <a:off x="9839109" y="680443"/>
                <a:ext cx="335281" cy="37737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sp>
            <p:nvSpPr>
              <p:cNvPr id="175" name="Google Shape;175;p19"/>
              <p:cNvSpPr/>
              <p:nvPr/>
            </p:nvSpPr>
            <p:spPr>
              <a:xfrm>
                <a:off x="10183699" y="680443"/>
                <a:ext cx="335281" cy="37737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grpSp>
      </p:grpSp>
      <p:sp>
        <p:nvSpPr>
          <p:cNvPr id="176" name="Google Shape;176;p19"/>
          <p:cNvSpPr txBox="1"/>
          <p:nvPr/>
        </p:nvSpPr>
        <p:spPr>
          <a:xfrm>
            <a:off x="2005232" y="2893189"/>
            <a:ext cx="8363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t/>
            </a:r>
            <a:endParaRPr sz="1800">
              <a:solidFill>
                <a:schemeClr val="lt2"/>
              </a:solidFill>
              <a:latin typeface="Arial"/>
              <a:ea typeface="Arial"/>
              <a:cs typeface="Arial"/>
              <a:sym typeface="Arial"/>
            </a:endParaRPr>
          </a:p>
        </p:txBody>
      </p:sp>
      <p:sp>
        <p:nvSpPr>
          <p:cNvPr id="177" name="Google Shape;177;p19"/>
          <p:cNvSpPr txBox="1"/>
          <p:nvPr/>
        </p:nvSpPr>
        <p:spPr>
          <a:xfrm>
            <a:off x="113845" y="99431"/>
            <a:ext cx="358308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2"/>
                </a:solidFill>
                <a:latin typeface="Open Sans ExtraBold"/>
                <a:ea typeface="Open Sans ExtraBold"/>
                <a:cs typeface="Open Sans ExtraBold"/>
                <a:sym typeface="Open Sans ExtraBold"/>
              </a:rPr>
              <a:t>VÒNG SƠ TUYỂN Ý TƯỞNG</a:t>
            </a:r>
            <a:endParaRPr sz="1600">
              <a:solidFill>
                <a:schemeClr val="dk1"/>
              </a:solidFill>
              <a:latin typeface="Arial"/>
              <a:ea typeface="Arial"/>
              <a:cs typeface="Arial"/>
              <a:sym typeface="Arial"/>
            </a:endParaRPr>
          </a:p>
        </p:txBody>
      </p:sp>
      <p:pic>
        <p:nvPicPr>
          <p:cNvPr id="178" name="Google Shape;178;p19"/>
          <p:cNvPicPr preferRelativeResize="0"/>
          <p:nvPr/>
        </p:nvPicPr>
        <p:blipFill rotWithShape="1">
          <a:blip r:embed="rId3">
            <a:alphaModFix/>
          </a:blip>
          <a:srcRect b="-5130" l="0" r="-4145" t="0"/>
          <a:stretch/>
        </p:blipFill>
        <p:spPr>
          <a:xfrm>
            <a:off x="1116700" y="1190125"/>
            <a:ext cx="10476100" cy="5276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170"/>
                                        </p:tgtEl>
                                        <p:attrNameLst>
                                          <p:attrName>style.visibility</p:attrName>
                                        </p:attrNameLst>
                                      </p:cBhvr>
                                      <p:to>
                                        <p:strVal val="visible"/>
                                      </p:to>
                                    </p:set>
                                    <p:anim calcmode="lin" valueType="num">
                                      <p:cBhvr additive="base">
                                        <p:cTn dur="500"/>
                                        <p:tgtEl>
                                          <p:spTgt spid="17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p:nvPr/>
        </p:nvSpPr>
        <p:spPr>
          <a:xfrm>
            <a:off x="1524" y="0"/>
            <a:ext cx="12188952" cy="685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4" name="Google Shape;184;p20"/>
          <p:cNvSpPr txBox="1"/>
          <p:nvPr/>
        </p:nvSpPr>
        <p:spPr>
          <a:xfrm>
            <a:off x="113846" y="387006"/>
            <a:ext cx="5070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2"/>
                </a:solidFill>
                <a:latin typeface="Arial"/>
                <a:ea typeface="Arial"/>
                <a:cs typeface="Arial"/>
                <a:sym typeface="Arial"/>
              </a:rPr>
              <a:t>CUỘC THI THIẾT KẾ VI MẠCH CHO ĐÔ THỊ THÔNG MINH LẦN 3</a:t>
            </a:r>
            <a:endParaRPr sz="1200">
              <a:solidFill>
                <a:schemeClr val="lt2"/>
              </a:solidFill>
              <a:latin typeface="Arial"/>
              <a:ea typeface="Arial"/>
              <a:cs typeface="Arial"/>
              <a:sym typeface="Arial"/>
            </a:endParaRPr>
          </a:p>
        </p:txBody>
      </p:sp>
      <p:grpSp>
        <p:nvGrpSpPr>
          <p:cNvPr id="185" name="Google Shape;185;p20"/>
          <p:cNvGrpSpPr/>
          <p:nvPr/>
        </p:nvGrpSpPr>
        <p:grpSpPr>
          <a:xfrm>
            <a:off x="-1524" y="434838"/>
            <a:ext cx="12192000" cy="232314"/>
            <a:chOff x="0" y="863599"/>
            <a:chExt cx="12192000" cy="232314"/>
          </a:xfrm>
        </p:grpSpPr>
        <p:cxnSp>
          <p:nvCxnSpPr>
            <p:cNvPr id="186" name="Google Shape;186;p20"/>
            <p:cNvCxnSpPr/>
            <p:nvPr/>
          </p:nvCxnSpPr>
          <p:spPr>
            <a:xfrm>
              <a:off x="0" y="1095913"/>
              <a:ext cx="12192000" cy="0"/>
            </a:xfrm>
            <a:prstGeom prst="straightConnector1">
              <a:avLst/>
            </a:prstGeom>
            <a:noFill/>
            <a:ln cap="flat" cmpd="sng" w="28575">
              <a:solidFill>
                <a:srgbClr val="FFFF00"/>
              </a:solidFill>
              <a:prstDash val="solid"/>
              <a:miter lim="8000"/>
              <a:headEnd len="sm" w="sm" type="none"/>
              <a:tailEnd len="sm" w="sm" type="none"/>
            </a:ln>
          </p:spPr>
        </p:cxnSp>
        <p:grpSp>
          <p:nvGrpSpPr>
            <p:cNvPr id="187" name="Google Shape;187;p20"/>
            <p:cNvGrpSpPr/>
            <p:nvPr/>
          </p:nvGrpSpPr>
          <p:grpSpPr>
            <a:xfrm>
              <a:off x="10383519" y="863599"/>
              <a:ext cx="1024461" cy="232313"/>
              <a:chOff x="9494519" y="680443"/>
              <a:chExt cx="1024461" cy="377370"/>
            </a:xfrm>
          </p:grpSpPr>
          <p:sp>
            <p:nvSpPr>
              <p:cNvPr id="188" name="Google Shape;188;p20"/>
              <p:cNvSpPr/>
              <p:nvPr/>
            </p:nvSpPr>
            <p:spPr>
              <a:xfrm>
                <a:off x="9494519" y="680443"/>
                <a:ext cx="335281" cy="37737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sp>
            <p:nvSpPr>
              <p:cNvPr id="189" name="Google Shape;189;p20"/>
              <p:cNvSpPr/>
              <p:nvPr/>
            </p:nvSpPr>
            <p:spPr>
              <a:xfrm>
                <a:off x="9839109" y="680443"/>
                <a:ext cx="335281" cy="37737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sp>
            <p:nvSpPr>
              <p:cNvPr id="190" name="Google Shape;190;p20"/>
              <p:cNvSpPr/>
              <p:nvPr/>
            </p:nvSpPr>
            <p:spPr>
              <a:xfrm>
                <a:off x="10183699" y="680443"/>
                <a:ext cx="335281" cy="37737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grpSp>
      </p:grpSp>
      <p:sp>
        <p:nvSpPr>
          <p:cNvPr id="191" name="Google Shape;191;p20"/>
          <p:cNvSpPr txBox="1"/>
          <p:nvPr/>
        </p:nvSpPr>
        <p:spPr>
          <a:xfrm>
            <a:off x="3049724" y="3028142"/>
            <a:ext cx="59358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t/>
            </a:r>
            <a:endParaRPr sz="1800">
              <a:solidFill>
                <a:schemeClr val="lt2"/>
              </a:solidFill>
              <a:latin typeface="Arial"/>
              <a:ea typeface="Arial"/>
              <a:cs typeface="Arial"/>
              <a:sym typeface="Arial"/>
            </a:endParaRPr>
          </a:p>
        </p:txBody>
      </p:sp>
      <p:sp>
        <p:nvSpPr>
          <p:cNvPr id="192" name="Google Shape;192;p20"/>
          <p:cNvSpPr txBox="1"/>
          <p:nvPr/>
        </p:nvSpPr>
        <p:spPr>
          <a:xfrm>
            <a:off x="113845" y="99431"/>
            <a:ext cx="358308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2"/>
                </a:solidFill>
                <a:latin typeface="Open Sans ExtraBold"/>
                <a:ea typeface="Open Sans ExtraBold"/>
                <a:cs typeface="Open Sans ExtraBold"/>
                <a:sym typeface="Open Sans ExtraBold"/>
              </a:rPr>
              <a:t>VÒNG SƠ TUYỂN Ý TƯỞNG</a:t>
            </a:r>
            <a:endParaRPr sz="1600">
              <a:solidFill>
                <a:schemeClr val="dk1"/>
              </a:solidFill>
              <a:latin typeface="Arial"/>
              <a:ea typeface="Arial"/>
              <a:cs typeface="Arial"/>
              <a:sym typeface="Arial"/>
            </a:endParaRPr>
          </a:p>
        </p:txBody>
      </p:sp>
      <p:sp>
        <p:nvSpPr>
          <p:cNvPr id="193" name="Google Shape;193;p20"/>
          <p:cNvSpPr/>
          <p:nvPr/>
        </p:nvSpPr>
        <p:spPr>
          <a:xfrm>
            <a:off x="153924" y="152400"/>
            <a:ext cx="12189000" cy="685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94" name="Google Shape;194;p20"/>
          <p:cNvPicPr preferRelativeResize="0"/>
          <p:nvPr/>
        </p:nvPicPr>
        <p:blipFill>
          <a:blip r:embed="rId3">
            <a:alphaModFix/>
          </a:blip>
          <a:stretch>
            <a:fillRect/>
          </a:stretch>
        </p:blipFill>
        <p:spPr>
          <a:xfrm>
            <a:off x="831900" y="1121275"/>
            <a:ext cx="10525125" cy="5124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185"/>
                                        </p:tgtEl>
                                        <p:attrNameLst>
                                          <p:attrName>style.visibility</p:attrName>
                                        </p:attrNameLst>
                                      </p:cBhvr>
                                      <p:to>
                                        <p:strVal val="visible"/>
                                      </p:to>
                                    </p:set>
                                    <p:anim calcmode="lin" valueType="num">
                                      <p:cBhvr additive="base">
                                        <p:cTn dur="500"/>
                                        <p:tgtEl>
                                          <p:spTgt spid="18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1"/>
          <p:cNvSpPr/>
          <p:nvPr/>
        </p:nvSpPr>
        <p:spPr>
          <a:xfrm>
            <a:off x="1524" y="0"/>
            <a:ext cx="12189000" cy="685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0" name="Google Shape;200;p21"/>
          <p:cNvSpPr txBox="1"/>
          <p:nvPr/>
        </p:nvSpPr>
        <p:spPr>
          <a:xfrm>
            <a:off x="113846" y="387006"/>
            <a:ext cx="50703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2"/>
                </a:solidFill>
                <a:latin typeface="Arial"/>
                <a:ea typeface="Arial"/>
                <a:cs typeface="Arial"/>
                <a:sym typeface="Arial"/>
              </a:rPr>
              <a:t>CUỘC THI THIẾT KẾ VI MẠCH CHO ĐÔ THỊ THÔNG MINH LẦN 3</a:t>
            </a:r>
            <a:endParaRPr sz="1200">
              <a:solidFill>
                <a:schemeClr val="lt2"/>
              </a:solidFill>
              <a:latin typeface="Arial"/>
              <a:ea typeface="Arial"/>
              <a:cs typeface="Arial"/>
              <a:sym typeface="Arial"/>
            </a:endParaRPr>
          </a:p>
        </p:txBody>
      </p:sp>
      <p:grpSp>
        <p:nvGrpSpPr>
          <p:cNvPr id="201" name="Google Shape;201;p21"/>
          <p:cNvGrpSpPr/>
          <p:nvPr/>
        </p:nvGrpSpPr>
        <p:grpSpPr>
          <a:xfrm>
            <a:off x="-1524" y="434831"/>
            <a:ext cx="12192000" cy="232327"/>
            <a:chOff x="0" y="863592"/>
            <a:chExt cx="12192000" cy="232327"/>
          </a:xfrm>
        </p:grpSpPr>
        <p:cxnSp>
          <p:nvCxnSpPr>
            <p:cNvPr id="202" name="Google Shape;202;p21"/>
            <p:cNvCxnSpPr/>
            <p:nvPr/>
          </p:nvCxnSpPr>
          <p:spPr>
            <a:xfrm>
              <a:off x="0" y="1095913"/>
              <a:ext cx="12192000" cy="0"/>
            </a:xfrm>
            <a:prstGeom prst="straightConnector1">
              <a:avLst/>
            </a:prstGeom>
            <a:noFill/>
            <a:ln cap="flat" cmpd="sng" w="28575">
              <a:solidFill>
                <a:srgbClr val="FFFF00"/>
              </a:solidFill>
              <a:prstDash val="solid"/>
              <a:miter lim="8000"/>
              <a:headEnd len="sm" w="sm" type="none"/>
              <a:tailEnd len="sm" w="sm" type="none"/>
            </a:ln>
          </p:spPr>
        </p:cxnSp>
        <p:grpSp>
          <p:nvGrpSpPr>
            <p:cNvPr id="203" name="Google Shape;203;p21"/>
            <p:cNvGrpSpPr/>
            <p:nvPr/>
          </p:nvGrpSpPr>
          <p:grpSpPr>
            <a:xfrm>
              <a:off x="10383519" y="863592"/>
              <a:ext cx="1024580" cy="232327"/>
              <a:chOff x="9494519" y="680443"/>
              <a:chExt cx="1024580" cy="377400"/>
            </a:xfrm>
          </p:grpSpPr>
          <p:sp>
            <p:nvSpPr>
              <p:cNvPr id="204" name="Google Shape;204;p21"/>
              <p:cNvSpPr/>
              <p:nvPr/>
            </p:nvSpPr>
            <p:spPr>
              <a:xfrm>
                <a:off x="9494519" y="680443"/>
                <a:ext cx="335400" cy="37740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sp>
            <p:nvSpPr>
              <p:cNvPr id="205" name="Google Shape;205;p21"/>
              <p:cNvSpPr/>
              <p:nvPr/>
            </p:nvSpPr>
            <p:spPr>
              <a:xfrm>
                <a:off x="9839109" y="680443"/>
                <a:ext cx="335400" cy="37740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sp>
            <p:nvSpPr>
              <p:cNvPr id="206" name="Google Shape;206;p21"/>
              <p:cNvSpPr/>
              <p:nvPr/>
            </p:nvSpPr>
            <p:spPr>
              <a:xfrm>
                <a:off x="10183699" y="680443"/>
                <a:ext cx="335400" cy="37740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grpSp>
      </p:grpSp>
      <p:sp>
        <p:nvSpPr>
          <p:cNvPr id="207" name="Google Shape;207;p21"/>
          <p:cNvSpPr txBox="1"/>
          <p:nvPr/>
        </p:nvSpPr>
        <p:spPr>
          <a:xfrm>
            <a:off x="3049724" y="3028142"/>
            <a:ext cx="59358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t/>
            </a:r>
            <a:endParaRPr sz="1800">
              <a:solidFill>
                <a:schemeClr val="lt2"/>
              </a:solidFill>
              <a:latin typeface="Arial"/>
              <a:ea typeface="Arial"/>
              <a:cs typeface="Arial"/>
              <a:sym typeface="Arial"/>
            </a:endParaRPr>
          </a:p>
        </p:txBody>
      </p:sp>
      <p:sp>
        <p:nvSpPr>
          <p:cNvPr id="208" name="Google Shape;208;p21"/>
          <p:cNvSpPr txBox="1"/>
          <p:nvPr/>
        </p:nvSpPr>
        <p:spPr>
          <a:xfrm>
            <a:off x="113845" y="99431"/>
            <a:ext cx="35832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2"/>
                </a:solidFill>
                <a:latin typeface="Open Sans ExtraBold"/>
                <a:ea typeface="Open Sans ExtraBold"/>
                <a:cs typeface="Open Sans ExtraBold"/>
                <a:sym typeface="Open Sans ExtraBold"/>
              </a:rPr>
              <a:t>VÒNG SƠ TUYỂN Ý TƯỞNG</a:t>
            </a:r>
            <a:endParaRPr sz="1600">
              <a:solidFill>
                <a:schemeClr val="dk1"/>
              </a:solidFill>
              <a:latin typeface="Arial"/>
              <a:ea typeface="Arial"/>
              <a:cs typeface="Arial"/>
              <a:sym typeface="Arial"/>
            </a:endParaRPr>
          </a:p>
        </p:txBody>
      </p:sp>
      <p:pic>
        <p:nvPicPr>
          <p:cNvPr id="209" name="Google Shape;209;p21"/>
          <p:cNvPicPr preferRelativeResize="0"/>
          <p:nvPr/>
        </p:nvPicPr>
        <p:blipFill>
          <a:blip r:embed="rId3">
            <a:alphaModFix/>
          </a:blip>
          <a:stretch>
            <a:fillRect/>
          </a:stretch>
        </p:blipFill>
        <p:spPr>
          <a:xfrm>
            <a:off x="1085875" y="1068588"/>
            <a:ext cx="10020300" cy="5324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201"/>
                                        </p:tgtEl>
                                        <p:attrNameLst>
                                          <p:attrName>style.visibility</p:attrName>
                                        </p:attrNameLst>
                                      </p:cBhvr>
                                      <p:to>
                                        <p:strVal val="visible"/>
                                      </p:to>
                                    </p:set>
                                    <p:anim calcmode="lin" valueType="num">
                                      <p:cBhvr additive="base">
                                        <p:cTn dur="500"/>
                                        <p:tgtEl>
                                          <p:spTgt spid="20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2"/>
          <p:cNvSpPr/>
          <p:nvPr/>
        </p:nvSpPr>
        <p:spPr>
          <a:xfrm>
            <a:off x="1524" y="0"/>
            <a:ext cx="12189000" cy="685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5" name="Google Shape;215;p22"/>
          <p:cNvSpPr txBox="1"/>
          <p:nvPr/>
        </p:nvSpPr>
        <p:spPr>
          <a:xfrm>
            <a:off x="113846" y="387006"/>
            <a:ext cx="50703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2"/>
                </a:solidFill>
                <a:latin typeface="Arial"/>
                <a:ea typeface="Arial"/>
                <a:cs typeface="Arial"/>
                <a:sym typeface="Arial"/>
              </a:rPr>
              <a:t>CUỘC THI THIẾT KẾ VI MẠCH CHO ĐÔ THỊ THÔNG MINH LẦN 3</a:t>
            </a:r>
            <a:endParaRPr sz="1200">
              <a:solidFill>
                <a:schemeClr val="lt2"/>
              </a:solidFill>
              <a:latin typeface="Arial"/>
              <a:ea typeface="Arial"/>
              <a:cs typeface="Arial"/>
              <a:sym typeface="Arial"/>
            </a:endParaRPr>
          </a:p>
        </p:txBody>
      </p:sp>
      <p:grpSp>
        <p:nvGrpSpPr>
          <p:cNvPr id="216" name="Google Shape;216;p22"/>
          <p:cNvGrpSpPr/>
          <p:nvPr/>
        </p:nvGrpSpPr>
        <p:grpSpPr>
          <a:xfrm>
            <a:off x="-1524" y="434831"/>
            <a:ext cx="12192000" cy="232327"/>
            <a:chOff x="0" y="863592"/>
            <a:chExt cx="12192000" cy="232327"/>
          </a:xfrm>
        </p:grpSpPr>
        <p:cxnSp>
          <p:nvCxnSpPr>
            <p:cNvPr id="217" name="Google Shape;217;p22"/>
            <p:cNvCxnSpPr/>
            <p:nvPr/>
          </p:nvCxnSpPr>
          <p:spPr>
            <a:xfrm>
              <a:off x="0" y="1095913"/>
              <a:ext cx="12192000" cy="0"/>
            </a:xfrm>
            <a:prstGeom prst="straightConnector1">
              <a:avLst/>
            </a:prstGeom>
            <a:noFill/>
            <a:ln cap="flat" cmpd="sng" w="28575">
              <a:solidFill>
                <a:srgbClr val="FFFF00"/>
              </a:solidFill>
              <a:prstDash val="solid"/>
              <a:miter lim="8000"/>
              <a:headEnd len="sm" w="sm" type="none"/>
              <a:tailEnd len="sm" w="sm" type="none"/>
            </a:ln>
          </p:spPr>
        </p:cxnSp>
        <p:grpSp>
          <p:nvGrpSpPr>
            <p:cNvPr id="218" name="Google Shape;218;p22"/>
            <p:cNvGrpSpPr/>
            <p:nvPr/>
          </p:nvGrpSpPr>
          <p:grpSpPr>
            <a:xfrm>
              <a:off x="10383519" y="863592"/>
              <a:ext cx="1024580" cy="232327"/>
              <a:chOff x="9494519" y="680443"/>
              <a:chExt cx="1024580" cy="377400"/>
            </a:xfrm>
          </p:grpSpPr>
          <p:sp>
            <p:nvSpPr>
              <p:cNvPr id="219" name="Google Shape;219;p22"/>
              <p:cNvSpPr/>
              <p:nvPr/>
            </p:nvSpPr>
            <p:spPr>
              <a:xfrm>
                <a:off x="9494519" y="680443"/>
                <a:ext cx="335400" cy="37740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sp>
            <p:nvSpPr>
              <p:cNvPr id="220" name="Google Shape;220;p22"/>
              <p:cNvSpPr/>
              <p:nvPr/>
            </p:nvSpPr>
            <p:spPr>
              <a:xfrm>
                <a:off x="9839109" y="680443"/>
                <a:ext cx="335400" cy="37740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sp>
            <p:nvSpPr>
              <p:cNvPr id="221" name="Google Shape;221;p22"/>
              <p:cNvSpPr/>
              <p:nvPr/>
            </p:nvSpPr>
            <p:spPr>
              <a:xfrm>
                <a:off x="10183699" y="680443"/>
                <a:ext cx="335400" cy="37740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grpSp>
      </p:grpSp>
      <p:sp>
        <p:nvSpPr>
          <p:cNvPr id="222" name="Google Shape;222;p22"/>
          <p:cNvSpPr txBox="1"/>
          <p:nvPr/>
        </p:nvSpPr>
        <p:spPr>
          <a:xfrm>
            <a:off x="3049724" y="3028142"/>
            <a:ext cx="59358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t/>
            </a:r>
            <a:endParaRPr sz="1800">
              <a:solidFill>
                <a:schemeClr val="lt2"/>
              </a:solidFill>
              <a:latin typeface="Arial"/>
              <a:ea typeface="Arial"/>
              <a:cs typeface="Arial"/>
              <a:sym typeface="Arial"/>
            </a:endParaRPr>
          </a:p>
        </p:txBody>
      </p:sp>
      <p:sp>
        <p:nvSpPr>
          <p:cNvPr id="223" name="Google Shape;223;p22"/>
          <p:cNvSpPr txBox="1"/>
          <p:nvPr/>
        </p:nvSpPr>
        <p:spPr>
          <a:xfrm>
            <a:off x="113845" y="99431"/>
            <a:ext cx="35832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2"/>
                </a:solidFill>
                <a:latin typeface="Open Sans ExtraBold"/>
                <a:ea typeface="Open Sans ExtraBold"/>
                <a:cs typeface="Open Sans ExtraBold"/>
                <a:sym typeface="Open Sans ExtraBold"/>
              </a:rPr>
              <a:t>VÒNG SƠ TUYỂN Ý TƯỞNG</a:t>
            </a:r>
            <a:endParaRPr sz="1600">
              <a:solidFill>
                <a:schemeClr val="dk1"/>
              </a:solidFill>
              <a:latin typeface="Arial"/>
              <a:ea typeface="Arial"/>
              <a:cs typeface="Arial"/>
              <a:sym typeface="Arial"/>
            </a:endParaRPr>
          </a:p>
        </p:txBody>
      </p:sp>
      <p:pic>
        <p:nvPicPr>
          <p:cNvPr id="224" name="Google Shape;224;p22"/>
          <p:cNvPicPr preferRelativeResize="0"/>
          <p:nvPr/>
        </p:nvPicPr>
        <p:blipFill>
          <a:blip r:embed="rId3">
            <a:alphaModFix/>
          </a:blip>
          <a:stretch>
            <a:fillRect/>
          </a:stretch>
        </p:blipFill>
        <p:spPr>
          <a:xfrm>
            <a:off x="817625" y="1235063"/>
            <a:ext cx="10553700" cy="5229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216"/>
                                        </p:tgtEl>
                                        <p:attrNameLst>
                                          <p:attrName>style.visibility</p:attrName>
                                        </p:attrNameLst>
                                      </p:cBhvr>
                                      <p:to>
                                        <p:strVal val="visible"/>
                                      </p:to>
                                    </p:set>
                                    <p:anim calcmode="lin" valueType="num">
                                      <p:cBhvr additive="base">
                                        <p:cTn dur="500"/>
                                        <p:tgtEl>
                                          <p:spTgt spid="21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3"/>
          <p:cNvSpPr/>
          <p:nvPr/>
        </p:nvSpPr>
        <p:spPr>
          <a:xfrm>
            <a:off x="1524" y="0"/>
            <a:ext cx="12189000" cy="685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0" name="Google Shape;230;p23"/>
          <p:cNvSpPr txBox="1"/>
          <p:nvPr/>
        </p:nvSpPr>
        <p:spPr>
          <a:xfrm>
            <a:off x="113846" y="387006"/>
            <a:ext cx="50703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2"/>
                </a:solidFill>
                <a:latin typeface="Arial"/>
                <a:ea typeface="Arial"/>
                <a:cs typeface="Arial"/>
                <a:sym typeface="Arial"/>
              </a:rPr>
              <a:t>CUỘC THI THIẾT KẾ VI MẠCH CHO ĐÔ THỊ THÔNG MINH LẦN 3</a:t>
            </a:r>
            <a:endParaRPr sz="1200">
              <a:solidFill>
                <a:schemeClr val="lt2"/>
              </a:solidFill>
              <a:latin typeface="Arial"/>
              <a:ea typeface="Arial"/>
              <a:cs typeface="Arial"/>
              <a:sym typeface="Arial"/>
            </a:endParaRPr>
          </a:p>
        </p:txBody>
      </p:sp>
      <p:grpSp>
        <p:nvGrpSpPr>
          <p:cNvPr id="231" name="Google Shape;231;p23"/>
          <p:cNvGrpSpPr/>
          <p:nvPr/>
        </p:nvGrpSpPr>
        <p:grpSpPr>
          <a:xfrm>
            <a:off x="-1524" y="434831"/>
            <a:ext cx="12192000" cy="232327"/>
            <a:chOff x="0" y="863592"/>
            <a:chExt cx="12192000" cy="232327"/>
          </a:xfrm>
        </p:grpSpPr>
        <p:cxnSp>
          <p:nvCxnSpPr>
            <p:cNvPr id="232" name="Google Shape;232;p23"/>
            <p:cNvCxnSpPr/>
            <p:nvPr/>
          </p:nvCxnSpPr>
          <p:spPr>
            <a:xfrm>
              <a:off x="0" y="1095913"/>
              <a:ext cx="12192000" cy="0"/>
            </a:xfrm>
            <a:prstGeom prst="straightConnector1">
              <a:avLst/>
            </a:prstGeom>
            <a:noFill/>
            <a:ln cap="flat" cmpd="sng" w="28575">
              <a:solidFill>
                <a:srgbClr val="FFFF00"/>
              </a:solidFill>
              <a:prstDash val="solid"/>
              <a:miter lim="8000"/>
              <a:headEnd len="sm" w="sm" type="none"/>
              <a:tailEnd len="sm" w="sm" type="none"/>
            </a:ln>
          </p:spPr>
        </p:cxnSp>
        <p:grpSp>
          <p:nvGrpSpPr>
            <p:cNvPr id="233" name="Google Shape;233;p23"/>
            <p:cNvGrpSpPr/>
            <p:nvPr/>
          </p:nvGrpSpPr>
          <p:grpSpPr>
            <a:xfrm>
              <a:off x="10383519" y="863592"/>
              <a:ext cx="1024580" cy="232327"/>
              <a:chOff x="9494519" y="680443"/>
              <a:chExt cx="1024580" cy="377400"/>
            </a:xfrm>
          </p:grpSpPr>
          <p:sp>
            <p:nvSpPr>
              <p:cNvPr id="234" name="Google Shape;234;p23"/>
              <p:cNvSpPr/>
              <p:nvPr/>
            </p:nvSpPr>
            <p:spPr>
              <a:xfrm>
                <a:off x="9494519" y="680443"/>
                <a:ext cx="335400" cy="37740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sp>
            <p:nvSpPr>
              <p:cNvPr id="235" name="Google Shape;235;p23"/>
              <p:cNvSpPr/>
              <p:nvPr/>
            </p:nvSpPr>
            <p:spPr>
              <a:xfrm>
                <a:off x="9839109" y="680443"/>
                <a:ext cx="335400" cy="37740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sp>
            <p:nvSpPr>
              <p:cNvPr id="236" name="Google Shape;236;p23"/>
              <p:cNvSpPr/>
              <p:nvPr/>
            </p:nvSpPr>
            <p:spPr>
              <a:xfrm>
                <a:off x="10183699" y="680443"/>
                <a:ext cx="335400" cy="37740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grpSp>
      </p:grpSp>
      <p:sp>
        <p:nvSpPr>
          <p:cNvPr id="237" name="Google Shape;237;p23"/>
          <p:cNvSpPr txBox="1"/>
          <p:nvPr/>
        </p:nvSpPr>
        <p:spPr>
          <a:xfrm>
            <a:off x="3049724" y="3028142"/>
            <a:ext cx="59358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t/>
            </a:r>
            <a:endParaRPr sz="1800">
              <a:solidFill>
                <a:schemeClr val="lt2"/>
              </a:solidFill>
              <a:latin typeface="Arial"/>
              <a:ea typeface="Arial"/>
              <a:cs typeface="Arial"/>
              <a:sym typeface="Arial"/>
            </a:endParaRPr>
          </a:p>
        </p:txBody>
      </p:sp>
      <p:sp>
        <p:nvSpPr>
          <p:cNvPr id="238" name="Google Shape;238;p23"/>
          <p:cNvSpPr txBox="1"/>
          <p:nvPr/>
        </p:nvSpPr>
        <p:spPr>
          <a:xfrm>
            <a:off x="113845" y="99431"/>
            <a:ext cx="35832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2"/>
                </a:solidFill>
                <a:latin typeface="Open Sans ExtraBold"/>
                <a:ea typeface="Open Sans ExtraBold"/>
                <a:cs typeface="Open Sans ExtraBold"/>
                <a:sym typeface="Open Sans ExtraBold"/>
              </a:rPr>
              <a:t>VÒNG SƠ TUYỂN Ý TƯỞNG</a:t>
            </a:r>
            <a:endParaRPr sz="1600">
              <a:solidFill>
                <a:schemeClr val="dk1"/>
              </a:solidFill>
              <a:latin typeface="Arial"/>
              <a:ea typeface="Arial"/>
              <a:cs typeface="Arial"/>
              <a:sym typeface="Arial"/>
            </a:endParaRPr>
          </a:p>
        </p:txBody>
      </p:sp>
      <p:pic>
        <p:nvPicPr>
          <p:cNvPr id="239" name="Google Shape;239;p23"/>
          <p:cNvPicPr preferRelativeResize="0"/>
          <p:nvPr/>
        </p:nvPicPr>
        <p:blipFill>
          <a:blip r:embed="rId3">
            <a:alphaModFix/>
          </a:blip>
          <a:stretch>
            <a:fillRect/>
          </a:stretch>
        </p:blipFill>
        <p:spPr>
          <a:xfrm>
            <a:off x="812213" y="939788"/>
            <a:ext cx="10410825" cy="5514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231"/>
                                        </p:tgtEl>
                                        <p:attrNameLst>
                                          <p:attrName>style.visibility</p:attrName>
                                        </p:attrNameLst>
                                      </p:cBhvr>
                                      <p:to>
                                        <p:strVal val="visible"/>
                                      </p:to>
                                    </p:set>
                                    <p:anim calcmode="lin" valueType="num">
                                      <p:cBhvr additive="base">
                                        <p:cTn dur="500"/>
                                        <p:tgtEl>
                                          <p:spTgt spid="23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4"/>
          <p:cNvSpPr/>
          <p:nvPr/>
        </p:nvSpPr>
        <p:spPr>
          <a:xfrm>
            <a:off x="1524" y="0"/>
            <a:ext cx="12189000" cy="685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5" name="Google Shape;245;p24"/>
          <p:cNvSpPr txBox="1"/>
          <p:nvPr/>
        </p:nvSpPr>
        <p:spPr>
          <a:xfrm>
            <a:off x="113846" y="387006"/>
            <a:ext cx="50703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2"/>
                </a:solidFill>
                <a:latin typeface="Arial"/>
                <a:ea typeface="Arial"/>
                <a:cs typeface="Arial"/>
                <a:sym typeface="Arial"/>
              </a:rPr>
              <a:t>CUỘC THI THIẾT KẾ VI MẠCH CHO ĐÔ THỊ THÔNG MINH LẦN 3</a:t>
            </a:r>
            <a:endParaRPr sz="1200">
              <a:solidFill>
                <a:schemeClr val="lt2"/>
              </a:solidFill>
              <a:latin typeface="Arial"/>
              <a:ea typeface="Arial"/>
              <a:cs typeface="Arial"/>
              <a:sym typeface="Arial"/>
            </a:endParaRPr>
          </a:p>
        </p:txBody>
      </p:sp>
      <p:grpSp>
        <p:nvGrpSpPr>
          <p:cNvPr id="246" name="Google Shape;246;p24"/>
          <p:cNvGrpSpPr/>
          <p:nvPr/>
        </p:nvGrpSpPr>
        <p:grpSpPr>
          <a:xfrm>
            <a:off x="-1524" y="434831"/>
            <a:ext cx="12192000" cy="232327"/>
            <a:chOff x="0" y="863592"/>
            <a:chExt cx="12192000" cy="232327"/>
          </a:xfrm>
        </p:grpSpPr>
        <p:cxnSp>
          <p:nvCxnSpPr>
            <p:cNvPr id="247" name="Google Shape;247;p24"/>
            <p:cNvCxnSpPr/>
            <p:nvPr/>
          </p:nvCxnSpPr>
          <p:spPr>
            <a:xfrm>
              <a:off x="0" y="1095913"/>
              <a:ext cx="12192000" cy="0"/>
            </a:xfrm>
            <a:prstGeom prst="straightConnector1">
              <a:avLst/>
            </a:prstGeom>
            <a:noFill/>
            <a:ln cap="flat" cmpd="sng" w="28575">
              <a:solidFill>
                <a:srgbClr val="FFFF00"/>
              </a:solidFill>
              <a:prstDash val="solid"/>
              <a:miter lim="8000"/>
              <a:headEnd len="sm" w="sm" type="none"/>
              <a:tailEnd len="sm" w="sm" type="none"/>
            </a:ln>
          </p:spPr>
        </p:cxnSp>
        <p:grpSp>
          <p:nvGrpSpPr>
            <p:cNvPr id="248" name="Google Shape;248;p24"/>
            <p:cNvGrpSpPr/>
            <p:nvPr/>
          </p:nvGrpSpPr>
          <p:grpSpPr>
            <a:xfrm>
              <a:off x="10383519" y="863592"/>
              <a:ext cx="1024580" cy="232327"/>
              <a:chOff x="9494519" y="680443"/>
              <a:chExt cx="1024580" cy="377400"/>
            </a:xfrm>
          </p:grpSpPr>
          <p:sp>
            <p:nvSpPr>
              <p:cNvPr id="249" name="Google Shape;249;p24"/>
              <p:cNvSpPr/>
              <p:nvPr/>
            </p:nvSpPr>
            <p:spPr>
              <a:xfrm>
                <a:off x="9494519" y="680443"/>
                <a:ext cx="335400" cy="37740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sp>
            <p:nvSpPr>
              <p:cNvPr id="250" name="Google Shape;250;p24"/>
              <p:cNvSpPr/>
              <p:nvPr/>
            </p:nvSpPr>
            <p:spPr>
              <a:xfrm>
                <a:off x="9839109" y="680443"/>
                <a:ext cx="335400" cy="37740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sp>
            <p:nvSpPr>
              <p:cNvPr id="251" name="Google Shape;251;p24"/>
              <p:cNvSpPr/>
              <p:nvPr/>
            </p:nvSpPr>
            <p:spPr>
              <a:xfrm>
                <a:off x="10183699" y="680443"/>
                <a:ext cx="335400" cy="377400"/>
              </a:xfrm>
              <a:prstGeom prst="parallelogram">
                <a:avLst>
                  <a:gd fmla="val 37417" name="adj"/>
                </a:avLst>
              </a:prstGeom>
              <a:solidFill>
                <a:srgbClr val="DBA80B"/>
              </a:solidFill>
              <a:ln cap="flat" cmpd="sng" w="19050">
                <a:solidFill>
                  <a:srgbClr val="FFFF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00"/>
                  </a:solidFill>
                  <a:highlight>
                    <a:srgbClr val="FFFF00"/>
                  </a:highlight>
                  <a:latin typeface="Arial"/>
                  <a:ea typeface="Arial"/>
                  <a:cs typeface="Arial"/>
                  <a:sym typeface="Arial"/>
                </a:endParaRPr>
              </a:p>
            </p:txBody>
          </p:sp>
        </p:grpSp>
      </p:grpSp>
      <p:sp>
        <p:nvSpPr>
          <p:cNvPr id="252" name="Google Shape;252;p24"/>
          <p:cNvSpPr txBox="1"/>
          <p:nvPr/>
        </p:nvSpPr>
        <p:spPr>
          <a:xfrm>
            <a:off x="3049724" y="3028142"/>
            <a:ext cx="59358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t/>
            </a:r>
            <a:endParaRPr sz="1800">
              <a:solidFill>
                <a:schemeClr val="lt2"/>
              </a:solidFill>
              <a:latin typeface="Arial"/>
              <a:ea typeface="Arial"/>
              <a:cs typeface="Arial"/>
              <a:sym typeface="Arial"/>
            </a:endParaRPr>
          </a:p>
        </p:txBody>
      </p:sp>
      <p:sp>
        <p:nvSpPr>
          <p:cNvPr id="253" name="Google Shape;253;p24"/>
          <p:cNvSpPr txBox="1"/>
          <p:nvPr/>
        </p:nvSpPr>
        <p:spPr>
          <a:xfrm>
            <a:off x="113845" y="99431"/>
            <a:ext cx="35832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2"/>
                </a:solidFill>
                <a:latin typeface="Open Sans ExtraBold"/>
                <a:ea typeface="Open Sans ExtraBold"/>
                <a:cs typeface="Open Sans ExtraBold"/>
                <a:sym typeface="Open Sans ExtraBold"/>
              </a:rPr>
              <a:t>VÒNG SƠ TUYỂN Ý TƯỞNG</a:t>
            </a:r>
            <a:endParaRPr sz="1600">
              <a:solidFill>
                <a:schemeClr val="dk1"/>
              </a:solidFill>
              <a:latin typeface="Arial"/>
              <a:ea typeface="Arial"/>
              <a:cs typeface="Arial"/>
              <a:sym typeface="Arial"/>
            </a:endParaRPr>
          </a:p>
        </p:txBody>
      </p:sp>
      <p:pic>
        <p:nvPicPr>
          <p:cNvPr id="254" name="Google Shape;254;p24"/>
          <p:cNvPicPr preferRelativeResize="0"/>
          <p:nvPr/>
        </p:nvPicPr>
        <p:blipFill>
          <a:blip r:embed="rId3">
            <a:alphaModFix/>
          </a:blip>
          <a:stretch>
            <a:fillRect/>
          </a:stretch>
        </p:blipFill>
        <p:spPr>
          <a:xfrm>
            <a:off x="1141588" y="932950"/>
            <a:ext cx="9905774" cy="5629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246"/>
                                        </p:tgtEl>
                                        <p:attrNameLst>
                                          <p:attrName>style.visibility</p:attrName>
                                        </p:attrNameLst>
                                      </p:cBhvr>
                                      <p:to>
                                        <p:strVal val="visible"/>
                                      </p:to>
                                    </p:set>
                                    <p:anim calcmode="lin" valueType="num">
                                      <p:cBhvr additive="base">
                                        <p:cTn dur="500"/>
                                        <p:tgtEl>
                                          <p:spTgt spid="24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